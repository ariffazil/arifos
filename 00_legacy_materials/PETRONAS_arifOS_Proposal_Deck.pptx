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3" r:id="rId4"/>
  </p:sldMasterIdLst>
  <p:notesMasterIdLst>
    <p:notesMasterId r:id="rId20"/>
  </p:notesMasterIdLst>
  <p:handoutMasterIdLst>
    <p:handoutMasterId r:id="rId21"/>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TRONAS Proposal Deck: arifOS Governance Kernel" id="{970C8F2D-2792-42FC-B956-C8F61F2ECAC6}">
          <p14:sldIdLst>
            <p14:sldId id="2561"/>
          </p14:sldIdLst>
        </p14:section>
        <p14:section name="Executive Summary" id="{16CECD74-34B3-4A84-A309-753F6EAEB20B}">
          <p14:sldIdLst>
            <p14:sldId id="2562"/>
            <p14:sldId id="2563"/>
          </p14:sldIdLst>
        </p14:section>
        <p14:section name="Why PETRONAS Needs arifOS" id="{FC97DE16-B7A5-481A-AE3B-991F61CE8B34}">
          <p14:sldIdLst>
            <p14:sldId id="2564"/>
            <p14:sldId id="2565"/>
          </p14:sldIdLst>
        </p14:section>
        <p14:section name="Market Benchmarks" id="{DC3026DE-E4A3-414A-95F7-E7789BAE8BD8}">
          <p14:sldIdLst>
            <p14:sldId id="2566"/>
            <p14:sldId id="2567"/>
          </p14:sldIdLst>
        </p14:section>
        <p14:section name="Pricing Structure (MYR)" id="{C01A12FE-C3EB-49A1-88E4-D49C5CA1AFE9}">
          <p14:sldIdLst>
            <p14:sldId id="2568"/>
            <p14:sldId id="2569"/>
          </p14:sldIdLst>
        </p14:section>
        <p14:section name="ROI Model" id="{A034C737-1960-4ABB-921C-E899F274C23A}">
          <p14:sldIdLst>
            <p14:sldId id="2570"/>
            <p14:sldId id="2571"/>
          </p14:sldIdLst>
        </p14:section>
        <p14:section name="Competitive Positioning" id="{86AED9B0-F487-4D80-A19C-EE9DD7E6736F}">
          <p14:sldIdLst>
            <p14:sldId id="2572"/>
            <p14:sldId id="2573"/>
          </p14:sldIdLst>
        </p14:section>
        <p14:section name="Digital Spend Governance &amp; Procurement Workflow" id="{CD0755E5-58A1-4EC6-88B4-0ABCB2227415}">
          <p14:sldIdLst>
            <p14:sldId id="2574"/>
            <p14:sldId id="257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DACFC"/>
    <a:srgbClr val="000000"/>
    <a:srgbClr val="FFFFFF"/>
    <a:srgbClr val="37FFF1"/>
    <a:srgbClr val="0B0C12"/>
    <a:srgbClr val="0E0F17"/>
    <a:srgbClr val="020621"/>
    <a:srgbClr val="13131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97373F-6A8C-4A4E-BD8A-5D0E1CED0A0C}" v="14" dt="2026-01-12T04:18:27.3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0"/>
    <p:restoredTop sz="94630"/>
  </p:normalViewPr>
  <p:slideViewPr>
    <p:cSldViewPr snapToGrid="0">
      <p:cViewPr>
        <p:scale>
          <a:sx n="100" d="100"/>
          <a:sy n="100" d="100"/>
        </p:scale>
        <p:origin x="-82" y="29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B697373F-6A8C-4A4E-BD8A-5D0E1CED0A0C}"/>
    <pc:docChg chg="addSld delSld modSld addSection">
      <pc:chgData name="" userId="" providerId="" clId="Web-{B697373F-6A8C-4A4E-BD8A-5D0E1CED0A0C}" dt="2026-01-12T04:18:27.385" v="14" actId="34807"/>
      <pc:docMkLst>
        <pc:docMk/>
      </pc:docMkLst>
      <pc:sldChg chg="del">
        <pc:chgData name="" userId="" providerId="" clId="Web-{B697373F-6A8C-4A4E-BD8A-5D0E1CED0A0C}" dt="2026-01-12T04:18:27.213" v="0" actId="34807"/>
        <pc:sldMkLst>
          <pc:docMk/>
          <pc:sldMk cId="3623116331" sldId="487"/>
        </pc:sldMkLst>
      </pc:sldChg>
      <pc:sldChg chg="modSp add mod modClrScheme addAnim chgLayout">
        <pc:chgData name="" userId="" providerId="" clId="Web-{B697373F-6A8C-4A4E-BD8A-5D0E1CED0A0C}" dt="2026-01-12T04:18:27.369" v="4" actId="34807"/>
        <pc:sldMkLst>
          <pc:docMk/>
          <pc:sldMk cId="3445766689" sldId="2561"/>
        </pc:sldMkLst>
        <pc:spChg chg="mod">
          <ac:chgData name="" userId="" providerId="" clId="Web-{B697373F-6A8C-4A4E-BD8A-5D0E1CED0A0C}" dt="2026-01-12T04:18:27.369" v="1" actId="34807"/>
          <ac:spMkLst>
            <pc:docMk/>
            <pc:sldMk cId="3445766689" sldId="2561"/>
            <ac:spMk id="3" creationId="{E3CD7A6F-467E-8F85-05EA-CE08E67293C4}"/>
          </ac:spMkLst>
        </pc:spChg>
        <pc:spChg chg="mod">
          <ac:chgData name="" userId="" providerId="" clId="Web-{B697373F-6A8C-4A4E-BD8A-5D0E1CED0A0C}" dt="2026-01-12T04:18:27.369" v="1" actId="34807"/>
          <ac:spMkLst>
            <pc:docMk/>
            <pc:sldMk cId="3445766689" sldId="2561"/>
            <ac:spMk id="4" creationId="{B4DEBF09-3B89-7E75-17FE-61F63D9400B8}"/>
          </ac:spMkLst>
        </pc:spChg>
        <pc:spChg chg="mod">
          <ac:chgData name="" userId="" providerId="" clId="Web-{B697373F-6A8C-4A4E-BD8A-5D0E1CED0A0C}" dt="2026-01-12T04:18:27.369" v="1" actId="34807"/>
          <ac:spMkLst>
            <pc:docMk/>
            <pc:sldMk cId="3445766689" sldId="2561"/>
            <ac:spMk id="5" creationId="{FE996DA1-7DCE-9A4E-ACBF-18C9C96288B4}"/>
          </ac:spMkLst>
        </pc:spChg>
        <pc:spChg chg="mod">
          <ac:chgData name="" userId="" providerId="" clId="Web-{B697373F-6A8C-4A4E-BD8A-5D0E1CED0A0C}" dt="2026-01-12T04:18:27.369" v="1" actId="34807"/>
          <ac:spMkLst>
            <pc:docMk/>
            <pc:sldMk cId="3445766689" sldId="2561"/>
            <ac:spMk id="6" creationId="{94D412A6-96A4-11D0-3883-80CB0E626DF5}"/>
          </ac:spMkLst>
        </pc:spChg>
        <pc:spChg chg="mod">
          <ac:chgData name="" userId="" providerId="" clId="Web-{B697373F-6A8C-4A4E-BD8A-5D0E1CED0A0C}" dt="2026-01-12T04:18:27.369" v="1" actId="34807"/>
          <ac:spMkLst>
            <pc:docMk/>
            <pc:sldMk cId="3445766689" sldId="2561"/>
            <ac:spMk id="7" creationId="{7E8B0A49-0BB6-1D8D-36C1-5D83085A5B90}"/>
          </ac:spMkLst>
        </pc:spChg>
      </pc:sldChg>
      <pc:sldChg chg="modSp add mod modTransition modClrScheme addAnim chgLayout">
        <pc:chgData name="" userId="" providerId="" clId="Web-{B697373F-6A8C-4A4E-BD8A-5D0E1CED0A0C}" dt="2026-01-12T04:18:27.385" v="5" actId="34807"/>
        <pc:sldMkLst>
          <pc:docMk/>
          <pc:sldMk cId="1712970120" sldId="2562"/>
        </pc:sldMkLst>
        <pc:spChg chg="mod">
          <ac:chgData name="" userId="" providerId="" clId="Web-{B697373F-6A8C-4A4E-BD8A-5D0E1CED0A0C}" dt="2026-01-12T04:18:27.369" v="1" actId="34807"/>
          <ac:spMkLst>
            <pc:docMk/>
            <pc:sldMk cId="1712970120" sldId="2562"/>
            <ac:spMk id="3" creationId="{E88B3DAE-ECAD-9EE0-5A4D-5A94B65B4958}"/>
          </ac:spMkLst>
        </pc:spChg>
        <pc:spChg chg="mod">
          <ac:chgData name="" userId="" providerId="" clId="Web-{B697373F-6A8C-4A4E-BD8A-5D0E1CED0A0C}" dt="2026-01-12T04:18:27.369" v="1" actId="34807"/>
          <ac:spMkLst>
            <pc:docMk/>
            <pc:sldMk cId="1712970120" sldId="2562"/>
            <ac:spMk id="5" creationId="{B7D6A6BE-6926-B7B0-22BB-4A47D297C087}"/>
          </ac:spMkLst>
        </pc:spChg>
        <pc:spChg chg="mod">
          <ac:chgData name="" userId="" providerId="" clId="Web-{B697373F-6A8C-4A4E-BD8A-5D0E1CED0A0C}" dt="2026-01-12T04:18:27.369" v="1" actId="34807"/>
          <ac:spMkLst>
            <pc:docMk/>
            <pc:sldMk cId="1712970120" sldId="2562"/>
            <ac:spMk id="6" creationId="{F9DE06AF-B9F0-4AA9-A460-199F19012245}"/>
          </ac:spMkLst>
        </pc:spChg>
        <pc:spChg chg="mod">
          <ac:chgData name="" userId="" providerId="" clId="Web-{B697373F-6A8C-4A4E-BD8A-5D0E1CED0A0C}" dt="2026-01-12T04:18:27.369" v="1" actId="34807"/>
          <ac:spMkLst>
            <pc:docMk/>
            <pc:sldMk cId="1712970120" sldId="2562"/>
            <ac:spMk id="7" creationId="{171868E0-D7AA-124F-0A23-5592A8316310}"/>
          </ac:spMkLst>
        </pc:spChg>
      </pc:sldChg>
      <pc:sldChg chg="modSp add mod modTransition modClrScheme addAnim chgLayout">
        <pc:chgData name="" userId="" providerId="" clId="Web-{B697373F-6A8C-4A4E-BD8A-5D0E1CED0A0C}" dt="2026-01-12T04:18:27.385" v="6" actId="34807"/>
        <pc:sldMkLst>
          <pc:docMk/>
          <pc:sldMk cId="3543991023" sldId="2563"/>
        </pc:sldMkLst>
        <pc:spChg chg="mod">
          <ac:chgData name="" userId="" providerId="" clId="Web-{B697373F-6A8C-4A4E-BD8A-5D0E1CED0A0C}" dt="2026-01-12T04:18:27.369" v="1" actId="34807"/>
          <ac:spMkLst>
            <pc:docMk/>
            <pc:sldMk cId="3543991023" sldId="2563"/>
            <ac:spMk id="2" creationId="{0156D138-F82E-A54B-B249-5B6CC06312DE}"/>
          </ac:spMkLst>
        </pc:spChg>
        <pc:spChg chg="mod">
          <ac:chgData name="" userId="" providerId="" clId="Web-{B697373F-6A8C-4A4E-BD8A-5D0E1CED0A0C}" dt="2026-01-12T04:18:27.369" v="1" actId="34807"/>
          <ac:spMkLst>
            <pc:docMk/>
            <pc:sldMk cId="3543991023" sldId="2563"/>
            <ac:spMk id="3" creationId="{9ADDA22C-390A-FAEB-BE8F-7B642342A491}"/>
          </ac:spMkLst>
        </pc:spChg>
        <pc:spChg chg="mod">
          <ac:chgData name="" userId="" providerId="" clId="Web-{B697373F-6A8C-4A4E-BD8A-5D0E1CED0A0C}" dt="2026-01-12T04:18:27.369" v="1" actId="34807"/>
          <ac:spMkLst>
            <pc:docMk/>
            <pc:sldMk cId="3543991023" sldId="2563"/>
            <ac:spMk id="4" creationId="{8358A885-2B29-0FA4-ABCF-04F2539318D0}"/>
          </ac:spMkLst>
        </pc:spChg>
        <pc:spChg chg="mod">
          <ac:chgData name="" userId="" providerId="" clId="Web-{B697373F-6A8C-4A4E-BD8A-5D0E1CED0A0C}" dt="2026-01-12T04:18:27.369" v="1" actId="34807"/>
          <ac:spMkLst>
            <pc:docMk/>
            <pc:sldMk cId="3543991023" sldId="2563"/>
            <ac:spMk id="5" creationId="{B4FCDC70-A790-8117-A953-CA426AEB3E38}"/>
          </ac:spMkLst>
        </pc:spChg>
        <pc:spChg chg="mod">
          <ac:chgData name="" userId="" providerId="" clId="Web-{B697373F-6A8C-4A4E-BD8A-5D0E1CED0A0C}" dt="2026-01-12T04:18:27.369" v="1" actId="34807"/>
          <ac:spMkLst>
            <pc:docMk/>
            <pc:sldMk cId="3543991023" sldId="2563"/>
            <ac:spMk id="7" creationId="{C344B831-7772-E14C-7691-D59843C2727B}"/>
          </ac:spMkLst>
        </pc:spChg>
        <pc:picChg chg="mod">
          <ac:chgData name="" userId="" providerId="" clId="Web-{B697373F-6A8C-4A4E-BD8A-5D0E1CED0A0C}" dt="2026-01-12T04:18:27.369" v="1" actId="34807"/>
          <ac:picMkLst>
            <pc:docMk/>
            <pc:sldMk cId="3543991023" sldId="2563"/>
            <ac:picMk id="8" creationId="{35EFE7D9-831C-4A95-B8B7-178674DE588F}"/>
          </ac:picMkLst>
        </pc:picChg>
      </pc:sldChg>
      <pc:sldChg chg="modSp add mod modTransition modClrScheme addAnim chgLayout">
        <pc:chgData name="" userId="" providerId="" clId="Web-{B697373F-6A8C-4A4E-BD8A-5D0E1CED0A0C}" dt="2026-01-12T04:18:27.385" v="7" actId="34807"/>
        <pc:sldMkLst>
          <pc:docMk/>
          <pc:sldMk cId="4075317390" sldId="2564"/>
        </pc:sldMkLst>
        <pc:spChg chg="mod">
          <ac:chgData name="" userId="" providerId="" clId="Web-{B697373F-6A8C-4A4E-BD8A-5D0E1CED0A0C}" dt="2026-01-12T04:18:27.369" v="1" actId="34807"/>
          <ac:spMkLst>
            <pc:docMk/>
            <pc:sldMk cId="4075317390" sldId="2564"/>
            <ac:spMk id="3" creationId="{395EF480-9604-9801-9F52-1867F4F49199}"/>
          </ac:spMkLst>
        </pc:spChg>
        <pc:spChg chg="mod">
          <ac:chgData name="" userId="" providerId="" clId="Web-{B697373F-6A8C-4A4E-BD8A-5D0E1CED0A0C}" dt="2026-01-12T04:18:27.369" v="1" actId="34807"/>
          <ac:spMkLst>
            <pc:docMk/>
            <pc:sldMk cId="4075317390" sldId="2564"/>
            <ac:spMk id="5" creationId="{B7C9514C-3360-FF51-77C2-FDCA48B44E2D}"/>
          </ac:spMkLst>
        </pc:spChg>
        <pc:spChg chg="mod">
          <ac:chgData name="" userId="" providerId="" clId="Web-{B697373F-6A8C-4A4E-BD8A-5D0E1CED0A0C}" dt="2026-01-12T04:18:27.369" v="1" actId="34807"/>
          <ac:spMkLst>
            <pc:docMk/>
            <pc:sldMk cId="4075317390" sldId="2564"/>
            <ac:spMk id="6" creationId="{151F96A8-241E-B2E4-ED84-644249A517EE}"/>
          </ac:spMkLst>
        </pc:spChg>
        <pc:spChg chg="mod">
          <ac:chgData name="" userId="" providerId="" clId="Web-{B697373F-6A8C-4A4E-BD8A-5D0E1CED0A0C}" dt="2026-01-12T04:18:27.369" v="1" actId="34807"/>
          <ac:spMkLst>
            <pc:docMk/>
            <pc:sldMk cId="4075317390" sldId="2564"/>
            <ac:spMk id="7" creationId="{EBE27D4E-9E32-ABC0-C645-85BFD2B0F4BF}"/>
          </ac:spMkLst>
        </pc:spChg>
      </pc:sldChg>
      <pc:sldChg chg="modSp add mod modTransition modClrScheme addAnim chgLayout">
        <pc:chgData name="" userId="" providerId="" clId="Web-{B697373F-6A8C-4A4E-BD8A-5D0E1CED0A0C}" dt="2026-01-12T04:18:27.385" v="8" actId="34807"/>
        <pc:sldMkLst>
          <pc:docMk/>
          <pc:sldMk cId="140197971" sldId="2565"/>
        </pc:sldMkLst>
        <pc:spChg chg="mod">
          <ac:chgData name="" userId="" providerId="" clId="Web-{B697373F-6A8C-4A4E-BD8A-5D0E1CED0A0C}" dt="2026-01-12T04:18:27.369" v="1" actId="34807"/>
          <ac:spMkLst>
            <pc:docMk/>
            <pc:sldMk cId="140197971" sldId="2565"/>
            <ac:spMk id="2" creationId="{E021ED69-A2AD-E132-9901-5135A2C4244A}"/>
          </ac:spMkLst>
        </pc:spChg>
        <pc:spChg chg="mod">
          <ac:chgData name="" userId="" providerId="" clId="Web-{B697373F-6A8C-4A4E-BD8A-5D0E1CED0A0C}" dt="2026-01-12T04:18:27.369" v="1" actId="34807"/>
          <ac:spMkLst>
            <pc:docMk/>
            <pc:sldMk cId="140197971" sldId="2565"/>
            <ac:spMk id="3" creationId="{EB6F5045-E395-885A-8E29-DCF6A32F8DD5}"/>
          </ac:spMkLst>
        </pc:spChg>
        <pc:spChg chg="mod">
          <ac:chgData name="" userId="" providerId="" clId="Web-{B697373F-6A8C-4A4E-BD8A-5D0E1CED0A0C}" dt="2026-01-12T04:18:27.369" v="1" actId="34807"/>
          <ac:spMkLst>
            <pc:docMk/>
            <pc:sldMk cId="140197971" sldId="2565"/>
            <ac:spMk id="4" creationId="{8EA84FC0-96FA-1645-C4FB-2ADCDB0FB3BB}"/>
          </ac:spMkLst>
        </pc:spChg>
        <pc:spChg chg="mod">
          <ac:chgData name="" userId="" providerId="" clId="Web-{B697373F-6A8C-4A4E-BD8A-5D0E1CED0A0C}" dt="2026-01-12T04:18:27.369" v="1" actId="34807"/>
          <ac:spMkLst>
            <pc:docMk/>
            <pc:sldMk cId="140197971" sldId="2565"/>
            <ac:spMk id="5" creationId="{70BF5428-85FF-7C46-0689-6F076673D2F7}"/>
          </ac:spMkLst>
        </pc:spChg>
        <pc:spChg chg="mod">
          <ac:chgData name="" userId="" providerId="" clId="Web-{B697373F-6A8C-4A4E-BD8A-5D0E1CED0A0C}" dt="2026-01-12T04:18:27.369" v="1" actId="34807"/>
          <ac:spMkLst>
            <pc:docMk/>
            <pc:sldMk cId="140197971" sldId="2565"/>
            <ac:spMk id="7" creationId="{084BF1A4-D7B0-335A-3D95-6AF84D13791A}"/>
          </ac:spMkLst>
        </pc:spChg>
        <pc:picChg chg="mod ord">
          <ac:chgData name="" userId="" providerId="" clId="Web-{B697373F-6A8C-4A4E-BD8A-5D0E1CED0A0C}" dt="2026-01-12T04:18:27.369" v="1" actId="34807"/>
          <ac:picMkLst>
            <pc:docMk/>
            <pc:sldMk cId="140197971" sldId="2565"/>
            <ac:picMk id="8" creationId="{BB6454B3-316D-46FF-8FBB-A6F52D932B4A}"/>
          </ac:picMkLst>
        </pc:picChg>
      </pc:sldChg>
      <pc:sldChg chg="modSp add mod modTransition modClrScheme addAnim chgLayout">
        <pc:chgData name="" userId="" providerId="" clId="Web-{B697373F-6A8C-4A4E-BD8A-5D0E1CED0A0C}" dt="2026-01-12T04:18:27.385" v="9" actId="34807"/>
        <pc:sldMkLst>
          <pc:docMk/>
          <pc:sldMk cId="239390697" sldId="2566"/>
        </pc:sldMkLst>
        <pc:spChg chg="mod">
          <ac:chgData name="" userId="" providerId="" clId="Web-{B697373F-6A8C-4A4E-BD8A-5D0E1CED0A0C}" dt="2026-01-12T04:18:27.369" v="1" actId="34807"/>
          <ac:spMkLst>
            <pc:docMk/>
            <pc:sldMk cId="239390697" sldId="2566"/>
            <ac:spMk id="3" creationId="{12E4F788-5CFA-CDF4-B508-CBA91DA4CEA4}"/>
          </ac:spMkLst>
        </pc:spChg>
        <pc:spChg chg="mod">
          <ac:chgData name="" userId="" providerId="" clId="Web-{B697373F-6A8C-4A4E-BD8A-5D0E1CED0A0C}" dt="2026-01-12T04:18:27.369" v="1" actId="34807"/>
          <ac:spMkLst>
            <pc:docMk/>
            <pc:sldMk cId="239390697" sldId="2566"/>
            <ac:spMk id="5" creationId="{86C41C06-1DF8-2E5D-36FA-55C8B692D92D}"/>
          </ac:spMkLst>
        </pc:spChg>
        <pc:spChg chg="mod">
          <ac:chgData name="" userId="" providerId="" clId="Web-{B697373F-6A8C-4A4E-BD8A-5D0E1CED0A0C}" dt="2026-01-12T04:18:27.369" v="1" actId="34807"/>
          <ac:spMkLst>
            <pc:docMk/>
            <pc:sldMk cId="239390697" sldId="2566"/>
            <ac:spMk id="6" creationId="{BE0B715F-E302-7A50-3C26-DE60CFE0B1B4}"/>
          </ac:spMkLst>
        </pc:spChg>
        <pc:spChg chg="mod">
          <ac:chgData name="" userId="" providerId="" clId="Web-{B697373F-6A8C-4A4E-BD8A-5D0E1CED0A0C}" dt="2026-01-12T04:18:27.369" v="1" actId="34807"/>
          <ac:spMkLst>
            <pc:docMk/>
            <pc:sldMk cId="239390697" sldId="2566"/>
            <ac:spMk id="7" creationId="{427D99A0-D0E6-C2E9-2CE9-FA9AFAF7CECE}"/>
          </ac:spMkLst>
        </pc:spChg>
      </pc:sldChg>
      <pc:sldChg chg="modSp add mod modTransition modClrScheme chgLayout">
        <pc:chgData name="" userId="" providerId="" clId="Web-{B697373F-6A8C-4A4E-BD8A-5D0E1CED0A0C}" dt="2026-01-12T04:18:27.369" v="1" actId="34807"/>
        <pc:sldMkLst>
          <pc:docMk/>
          <pc:sldMk cId="1027266678" sldId="2567"/>
        </pc:sldMkLst>
        <pc:spChg chg="mod">
          <ac:chgData name="" userId="" providerId="" clId="Web-{B697373F-6A8C-4A4E-BD8A-5D0E1CED0A0C}" dt="2026-01-12T04:18:27.369" v="1" actId="34807"/>
          <ac:spMkLst>
            <pc:docMk/>
            <pc:sldMk cId="1027266678" sldId="2567"/>
            <ac:spMk id="2" creationId="{6E3F8319-720E-5DFB-B734-85A218FE779D}"/>
          </ac:spMkLst>
        </pc:spChg>
        <pc:spChg chg="mod">
          <ac:chgData name="" userId="" providerId="" clId="Web-{B697373F-6A8C-4A4E-BD8A-5D0E1CED0A0C}" dt="2026-01-12T04:18:27.369" v="1" actId="34807"/>
          <ac:spMkLst>
            <pc:docMk/>
            <pc:sldMk cId="1027266678" sldId="2567"/>
            <ac:spMk id="3" creationId="{3124CA7C-18DB-494D-4CC6-D35F3C4C858E}"/>
          </ac:spMkLst>
        </pc:spChg>
        <pc:spChg chg="mod">
          <ac:chgData name="" userId="" providerId="" clId="Web-{B697373F-6A8C-4A4E-BD8A-5D0E1CED0A0C}" dt="2026-01-12T04:18:27.369" v="1" actId="34807"/>
          <ac:spMkLst>
            <pc:docMk/>
            <pc:sldMk cId="1027266678" sldId="2567"/>
            <ac:spMk id="4" creationId="{28AC0545-C81D-55DB-599A-E6D754A896A5}"/>
          </ac:spMkLst>
        </pc:spChg>
        <pc:spChg chg="mod">
          <ac:chgData name="" userId="" providerId="" clId="Web-{B697373F-6A8C-4A4E-BD8A-5D0E1CED0A0C}" dt="2026-01-12T04:18:27.369" v="1" actId="34807"/>
          <ac:spMkLst>
            <pc:docMk/>
            <pc:sldMk cId="1027266678" sldId="2567"/>
            <ac:spMk id="5" creationId="{4C1F4C3D-468C-B50F-7C15-C86D6C6CB17A}"/>
          </ac:spMkLst>
        </pc:spChg>
        <pc:graphicFrameChg chg="mod">
          <ac:chgData name="" userId="" providerId="" clId="Web-{B697373F-6A8C-4A4E-BD8A-5D0E1CED0A0C}" dt="2026-01-12T04:18:27.369" v="1" actId="34807"/>
          <ac:graphicFrameMkLst>
            <pc:docMk/>
            <pc:sldMk cId="1027266678" sldId="2567"/>
            <ac:graphicFrameMk id="8" creationId="{922F0F9F-22E2-459E-8AF0-F873E62CD1A1}"/>
          </ac:graphicFrameMkLst>
        </pc:graphicFrameChg>
      </pc:sldChg>
      <pc:sldChg chg="modSp add mod modTransition modClrScheme addAnim chgLayout">
        <pc:chgData name="" userId="" providerId="" clId="Web-{B697373F-6A8C-4A4E-BD8A-5D0E1CED0A0C}" dt="2026-01-12T04:18:27.385" v="10" actId="34807"/>
        <pc:sldMkLst>
          <pc:docMk/>
          <pc:sldMk cId="158797940" sldId="2568"/>
        </pc:sldMkLst>
        <pc:spChg chg="mod">
          <ac:chgData name="" userId="" providerId="" clId="Web-{B697373F-6A8C-4A4E-BD8A-5D0E1CED0A0C}" dt="2026-01-12T04:18:27.369" v="1" actId="34807"/>
          <ac:spMkLst>
            <pc:docMk/>
            <pc:sldMk cId="158797940" sldId="2568"/>
            <ac:spMk id="3" creationId="{9BB9D783-8818-0B57-D8FE-447FE8839309}"/>
          </ac:spMkLst>
        </pc:spChg>
        <pc:spChg chg="mod">
          <ac:chgData name="" userId="" providerId="" clId="Web-{B697373F-6A8C-4A4E-BD8A-5D0E1CED0A0C}" dt="2026-01-12T04:18:27.369" v="1" actId="34807"/>
          <ac:spMkLst>
            <pc:docMk/>
            <pc:sldMk cId="158797940" sldId="2568"/>
            <ac:spMk id="5" creationId="{06552A2F-41BD-9962-4DE3-5D6E5E67E72E}"/>
          </ac:spMkLst>
        </pc:spChg>
        <pc:spChg chg="mod">
          <ac:chgData name="" userId="" providerId="" clId="Web-{B697373F-6A8C-4A4E-BD8A-5D0E1CED0A0C}" dt="2026-01-12T04:18:27.369" v="1" actId="34807"/>
          <ac:spMkLst>
            <pc:docMk/>
            <pc:sldMk cId="158797940" sldId="2568"/>
            <ac:spMk id="6" creationId="{970DC2AA-29C9-53FF-2F69-FF41D0990B0D}"/>
          </ac:spMkLst>
        </pc:spChg>
        <pc:spChg chg="mod">
          <ac:chgData name="" userId="" providerId="" clId="Web-{B697373F-6A8C-4A4E-BD8A-5D0E1CED0A0C}" dt="2026-01-12T04:18:27.369" v="1" actId="34807"/>
          <ac:spMkLst>
            <pc:docMk/>
            <pc:sldMk cId="158797940" sldId="2568"/>
            <ac:spMk id="7" creationId="{A008E0F5-12E9-E062-7D56-CDDC9B2F21A3}"/>
          </ac:spMkLst>
        </pc:spChg>
      </pc:sldChg>
      <pc:sldChg chg="modSp add mod modTransition modClrScheme chgLayout">
        <pc:chgData name="" userId="" providerId="" clId="Web-{B697373F-6A8C-4A4E-BD8A-5D0E1CED0A0C}" dt="2026-01-12T04:18:27.369" v="1" actId="34807"/>
        <pc:sldMkLst>
          <pc:docMk/>
          <pc:sldMk cId="2960847623" sldId="2569"/>
        </pc:sldMkLst>
        <pc:spChg chg="mod">
          <ac:chgData name="" userId="" providerId="" clId="Web-{B697373F-6A8C-4A4E-BD8A-5D0E1CED0A0C}" dt="2026-01-12T04:18:27.369" v="1" actId="34807"/>
          <ac:spMkLst>
            <pc:docMk/>
            <pc:sldMk cId="2960847623" sldId="2569"/>
            <ac:spMk id="2" creationId="{39DBC6E5-B210-24D8-75DA-DF961F776696}"/>
          </ac:spMkLst>
        </pc:spChg>
        <pc:spChg chg="mod">
          <ac:chgData name="" userId="" providerId="" clId="Web-{B697373F-6A8C-4A4E-BD8A-5D0E1CED0A0C}" dt="2026-01-12T04:18:27.369" v="1" actId="34807"/>
          <ac:spMkLst>
            <pc:docMk/>
            <pc:sldMk cId="2960847623" sldId="2569"/>
            <ac:spMk id="3" creationId="{71FA265E-E1BD-A7C5-8248-B9603D2EE4A6}"/>
          </ac:spMkLst>
        </pc:spChg>
        <pc:spChg chg="mod">
          <ac:chgData name="" userId="" providerId="" clId="Web-{B697373F-6A8C-4A4E-BD8A-5D0E1CED0A0C}" dt="2026-01-12T04:18:27.369" v="1" actId="34807"/>
          <ac:spMkLst>
            <pc:docMk/>
            <pc:sldMk cId="2960847623" sldId="2569"/>
            <ac:spMk id="4" creationId="{659C180A-9D8E-F7A5-C625-D975CF285C71}"/>
          </ac:spMkLst>
        </pc:spChg>
        <pc:spChg chg="mod">
          <ac:chgData name="" userId="" providerId="" clId="Web-{B697373F-6A8C-4A4E-BD8A-5D0E1CED0A0C}" dt="2026-01-12T04:18:27.369" v="1" actId="34807"/>
          <ac:spMkLst>
            <pc:docMk/>
            <pc:sldMk cId="2960847623" sldId="2569"/>
            <ac:spMk id="5" creationId="{E45BFFF8-DEFE-7095-505A-EF0CC9E56EEB}"/>
          </ac:spMkLst>
        </pc:spChg>
        <pc:graphicFrameChg chg="mod">
          <ac:chgData name="" userId="" providerId="" clId="Web-{B697373F-6A8C-4A4E-BD8A-5D0E1CED0A0C}" dt="2026-01-12T04:18:27.369" v="1" actId="34807"/>
          <ac:graphicFrameMkLst>
            <pc:docMk/>
            <pc:sldMk cId="2960847623" sldId="2569"/>
            <ac:graphicFrameMk id="8" creationId="{4FD1265C-3D15-4F7E-8537-83983549D5C8}"/>
          </ac:graphicFrameMkLst>
        </pc:graphicFrameChg>
      </pc:sldChg>
      <pc:sldChg chg="modSp add mod modTransition modClrScheme addAnim chgLayout">
        <pc:chgData name="" userId="" providerId="" clId="Web-{B697373F-6A8C-4A4E-BD8A-5D0E1CED0A0C}" dt="2026-01-12T04:18:27.385" v="11" actId="34807"/>
        <pc:sldMkLst>
          <pc:docMk/>
          <pc:sldMk cId="265218925" sldId="2570"/>
        </pc:sldMkLst>
        <pc:spChg chg="mod">
          <ac:chgData name="" userId="" providerId="" clId="Web-{B697373F-6A8C-4A4E-BD8A-5D0E1CED0A0C}" dt="2026-01-12T04:18:27.369" v="1" actId="34807"/>
          <ac:spMkLst>
            <pc:docMk/>
            <pc:sldMk cId="265218925" sldId="2570"/>
            <ac:spMk id="3" creationId="{042C62D1-FBD2-C0C1-4C59-C7FFD255B346}"/>
          </ac:spMkLst>
        </pc:spChg>
        <pc:spChg chg="mod">
          <ac:chgData name="" userId="" providerId="" clId="Web-{B697373F-6A8C-4A4E-BD8A-5D0E1CED0A0C}" dt="2026-01-12T04:18:27.369" v="1" actId="34807"/>
          <ac:spMkLst>
            <pc:docMk/>
            <pc:sldMk cId="265218925" sldId="2570"/>
            <ac:spMk id="5" creationId="{1285A81E-A5FB-2044-FD7F-1222E0D715FD}"/>
          </ac:spMkLst>
        </pc:spChg>
        <pc:spChg chg="mod">
          <ac:chgData name="" userId="" providerId="" clId="Web-{B697373F-6A8C-4A4E-BD8A-5D0E1CED0A0C}" dt="2026-01-12T04:18:27.369" v="1" actId="34807"/>
          <ac:spMkLst>
            <pc:docMk/>
            <pc:sldMk cId="265218925" sldId="2570"/>
            <ac:spMk id="6" creationId="{EEDB83CA-3F51-A87F-5FA8-84D33AD4D16E}"/>
          </ac:spMkLst>
        </pc:spChg>
        <pc:spChg chg="mod">
          <ac:chgData name="" userId="" providerId="" clId="Web-{B697373F-6A8C-4A4E-BD8A-5D0E1CED0A0C}" dt="2026-01-12T04:18:27.369" v="1" actId="34807"/>
          <ac:spMkLst>
            <pc:docMk/>
            <pc:sldMk cId="265218925" sldId="2570"/>
            <ac:spMk id="7" creationId="{FA98A5B0-4A5E-580A-F015-E001B0726CE5}"/>
          </ac:spMkLst>
        </pc:spChg>
      </pc:sldChg>
      <pc:sldChg chg="modSp add mod modTransition modClrScheme addAnim chgLayout">
        <pc:chgData name="" userId="" providerId="" clId="Web-{B697373F-6A8C-4A4E-BD8A-5D0E1CED0A0C}" dt="2026-01-12T04:18:27.385" v="12" actId="34807"/>
        <pc:sldMkLst>
          <pc:docMk/>
          <pc:sldMk cId="2596094025" sldId="2571"/>
        </pc:sldMkLst>
        <pc:spChg chg="mod">
          <ac:chgData name="" userId="" providerId="" clId="Web-{B697373F-6A8C-4A4E-BD8A-5D0E1CED0A0C}" dt="2026-01-12T04:18:27.369" v="1" actId="34807"/>
          <ac:spMkLst>
            <pc:docMk/>
            <pc:sldMk cId="2596094025" sldId="2571"/>
            <ac:spMk id="2" creationId="{3B4C8D15-98F4-4BA8-D27D-E4A94A63A084}"/>
          </ac:spMkLst>
        </pc:spChg>
        <pc:spChg chg="mod">
          <ac:chgData name="" userId="" providerId="" clId="Web-{B697373F-6A8C-4A4E-BD8A-5D0E1CED0A0C}" dt="2026-01-12T04:18:27.369" v="1" actId="34807"/>
          <ac:spMkLst>
            <pc:docMk/>
            <pc:sldMk cId="2596094025" sldId="2571"/>
            <ac:spMk id="3" creationId="{0F5E3C11-D448-45B0-2BC0-558984C718CB}"/>
          </ac:spMkLst>
        </pc:spChg>
        <pc:spChg chg="mod">
          <ac:chgData name="" userId="" providerId="" clId="Web-{B697373F-6A8C-4A4E-BD8A-5D0E1CED0A0C}" dt="2026-01-12T04:18:27.369" v="1" actId="34807"/>
          <ac:spMkLst>
            <pc:docMk/>
            <pc:sldMk cId="2596094025" sldId="2571"/>
            <ac:spMk id="4" creationId="{D18D4C9F-FC4C-BF90-9916-C69A40649A34}"/>
          </ac:spMkLst>
        </pc:spChg>
        <pc:spChg chg="mod">
          <ac:chgData name="" userId="" providerId="" clId="Web-{B697373F-6A8C-4A4E-BD8A-5D0E1CED0A0C}" dt="2026-01-12T04:18:27.369" v="1" actId="34807"/>
          <ac:spMkLst>
            <pc:docMk/>
            <pc:sldMk cId="2596094025" sldId="2571"/>
            <ac:spMk id="5" creationId="{98991294-EF37-2109-BD98-D0C62746036C}"/>
          </ac:spMkLst>
        </pc:spChg>
        <pc:spChg chg="mod">
          <ac:chgData name="" userId="" providerId="" clId="Web-{B697373F-6A8C-4A4E-BD8A-5D0E1CED0A0C}" dt="2026-01-12T04:18:27.369" v="1" actId="34807"/>
          <ac:spMkLst>
            <pc:docMk/>
            <pc:sldMk cId="2596094025" sldId="2571"/>
            <ac:spMk id="7" creationId="{521EDC79-D1E6-F3D7-1998-6904F393D732}"/>
          </ac:spMkLst>
        </pc:spChg>
        <pc:picChg chg="mod ord">
          <ac:chgData name="" userId="" providerId="" clId="Web-{B697373F-6A8C-4A4E-BD8A-5D0E1CED0A0C}" dt="2026-01-12T04:18:27.369" v="1" actId="34807"/>
          <ac:picMkLst>
            <pc:docMk/>
            <pc:sldMk cId="2596094025" sldId="2571"/>
            <ac:picMk id="8" creationId="{A2999D4E-4C50-4D33-95F0-B6F20F324473}"/>
          </ac:picMkLst>
        </pc:picChg>
      </pc:sldChg>
      <pc:sldChg chg="modSp add mod modTransition modClrScheme addAnim chgLayout">
        <pc:chgData name="" userId="" providerId="" clId="Web-{B697373F-6A8C-4A4E-BD8A-5D0E1CED0A0C}" dt="2026-01-12T04:18:27.385" v="13" actId="34807"/>
        <pc:sldMkLst>
          <pc:docMk/>
          <pc:sldMk cId="4066030797" sldId="2572"/>
        </pc:sldMkLst>
        <pc:spChg chg="mod">
          <ac:chgData name="" userId="" providerId="" clId="Web-{B697373F-6A8C-4A4E-BD8A-5D0E1CED0A0C}" dt="2026-01-12T04:18:27.369" v="1" actId="34807"/>
          <ac:spMkLst>
            <pc:docMk/>
            <pc:sldMk cId="4066030797" sldId="2572"/>
            <ac:spMk id="3" creationId="{15E76AC2-FAE2-C3D5-8B9F-3C66F3AC0642}"/>
          </ac:spMkLst>
        </pc:spChg>
        <pc:spChg chg="mod">
          <ac:chgData name="" userId="" providerId="" clId="Web-{B697373F-6A8C-4A4E-BD8A-5D0E1CED0A0C}" dt="2026-01-12T04:18:27.369" v="1" actId="34807"/>
          <ac:spMkLst>
            <pc:docMk/>
            <pc:sldMk cId="4066030797" sldId="2572"/>
            <ac:spMk id="5" creationId="{C83AAF47-0ACA-2435-C262-623B15B3631F}"/>
          </ac:spMkLst>
        </pc:spChg>
        <pc:spChg chg="mod">
          <ac:chgData name="" userId="" providerId="" clId="Web-{B697373F-6A8C-4A4E-BD8A-5D0E1CED0A0C}" dt="2026-01-12T04:18:27.369" v="1" actId="34807"/>
          <ac:spMkLst>
            <pc:docMk/>
            <pc:sldMk cId="4066030797" sldId="2572"/>
            <ac:spMk id="6" creationId="{A074B7FE-F2F4-BFDB-7B48-5E96C5BB55B3}"/>
          </ac:spMkLst>
        </pc:spChg>
        <pc:spChg chg="mod">
          <ac:chgData name="" userId="" providerId="" clId="Web-{B697373F-6A8C-4A4E-BD8A-5D0E1CED0A0C}" dt="2026-01-12T04:18:27.369" v="1" actId="34807"/>
          <ac:spMkLst>
            <pc:docMk/>
            <pc:sldMk cId="4066030797" sldId="2572"/>
            <ac:spMk id="7" creationId="{9FC59A0E-0750-E673-8931-392877F66762}"/>
          </ac:spMkLst>
        </pc:spChg>
      </pc:sldChg>
      <pc:sldChg chg="modSp add mod modTransition modClrScheme chgLayout">
        <pc:chgData name="" userId="" providerId="" clId="Web-{B697373F-6A8C-4A4E-BD8A-5D0E1CED0A0C}" dt="2026-01-12T04:18:27.369" v="1" actId="34807"/>
        <pc:sldMkLst>
          <pc:docMk/>
          <pc:sldMk cId="1728968223" sldId="2573"/>
        </pc:sldMkLst>
        <pc:spChg chg="mod">
          <ac:chgData name="" userId="" providerId="" clId="Web-{B697373F-6A8C-4A4E-BD8A-5D0E1CED0A0C}" dt="2026-01-12T04:18:27.369" v="1" actId="34807"/>
          <ac:spMkLst>
            <pc:docMk/>
            <pc:sldMk cId="1728968223" sldId="2573"/>
            <ac:spMk id="2" creationId="{1AEDA21A-8C37-811A-FBC0-C2380BC463B3}"/>
          </ac:spMkLst>
        </pc:spChg>
        <pc:spChg chg="mod">
          <ac:chgData name="" userId="" providerId="" clId="Web-{B697373F-6A8C-4A4E-BD8A-5D0E1CED0A0C}" dt="2026-01-12T04:18:27.369" v="1" actId="34807"/>
          <ac:spMkLst>
            <pc:docMk/>
            <pc:sldMk cId="1728968223" sldId="2573"/>
            <ac:spMk id="3" creationId="{CC72D9E0-618B-2A0E-48B0-1A1D233F8D62}"/>
          </ac:spMkLst>
        </pc:spChg>
        <pc:spChg chg="mod">
          <ac:chgData name="" userId="" providerId="" clId="Web-{B697373F-6A8C-4A4E-BD8A-5D0E1CED0A0C}" dt="2026-01-12T04:18:27.369" v="1" actId="34807"/>
          <ac:spMkLst>
            <pc:docMk/>
            <pc:sldMk cId="1728968223" sldId="2573"/>
            <ac:spMk id="4" creationId="{61D8ED70-DAB9-3390-C372-A5B3DCD81ED0}"/>
          </ac:spMkLst>
        </pc:spChg>
        <pc:spChg chg="mod">
          <ac:chgData name="" userId="" providerId="" clId="Web-{B697373F-6A8C-4A4E-BD8A-5D0E1CED0A0C}" dt="2026-01-12T04:18:27.369" v="1" actId="34807"/>
          <ac:spMkLst>
            <pc:docMk/>
            <pc:sldMk cId="1728968223" sldId="2573"/>
            <ac:spMk id="5" creationId="{8B46B535-A5F8-3462-A408-65B02816D793}"/>
          </ac:spMkLst>
        </pc:spChg>
        <pc:graphicFrameChg chg="mod">
          <ac:chgData name="" userId="" providerId="" clId="Web-{B697373F-6A8C-4A4E-BD8A-5D0E1CED0A0C}" dt="2026-01-12T04:18:27.369" v="1" actId="34807"/>
          <ac:graphicFrameMkLst>
            <pc:docMk/>
            <pc:sldMk cId="1728968223" sldId="2573"/>
            <ac:graphicFrameMk id="8" creationId="{DE4451F9-D745-4034-8BB6-344E5A826626}"/>
          </ac:graphicFrameMkLst>
        </pc:graphicFrameChg>
      </pc:sldChg>
      <pc:sldChg chg="modSp add mod modTransition modClrScheme addAnim chgLayout">
        <pc:chgData name="" userId="" providerId="" clId="Web-{B697373F-6A8C-4A4E-BD8A-5D0E1CED0A0C}" dt="2026-01-12T04:18:27.385" v="14" actId="34807"/>
        <pc:sldMkLst>
          <pc:docMk/>
          <pc:sldMk cId="1816530417" sldId="2574"/>
        </pc:sldMkLst>
        <pc:spChg chg="mod">
          <ac:chgData name="" userId="" providerId="" clId="Web-{B697373F-6A8C-4A4E-BD8A-5D0E1CED0A0C}" dt="2026-01-12T04:18:27.369" v="1" actId="34807"/>
          <ac:spMkLst>
            <pc:docMk/>
            <pc:sldMk cId="1816530417" sldId="2574"/>
            <ac:spMk id="3" creationId="{0A22F079-C3FB-FD7E-C00C-922B6472D168}"/>
          </ac:spMkLst>
        </pc:spChg>
        <pc:spChg chg="mod">
          <ac:chgData name="" userId="" providerId="" clId="Web-{B697373F-6A8C-4A4E-BD8A-5D0E1CED0A0C}" dt="2026-01-12T04:18:27.369" v="1" actId="34807"/>
          <ac:spMkLst>
            <pc:docMk/>
            <pc:sldMk cId="1816530417" sldId="2574"/>
            <ac:spMk id="5" creationId="{4A770250-D12D-F444-22DD-23F5E6F3D96E}"/>
          </ac:spMkLst>
        </pc:spChg>
        <pc:spChg chg="mod">
          <ac:chgData name="" userId="" providerId="" clId="Web-{B697373F-6A8C-4A4E-BD8A-5D0E1CED0A0C}" dt="2026-01-12T04:18:27.369" v="1" actId="34807"/>
          <ac:spMkLst>
            <pc:docMk/>
            <pc:sldMk cId="1816530417" sldId="2574"/>
            <ac:spMk id="6" creationId="{70917EDA-E3C7-92E4-3979-B380A9C9BECC}"/>
          </ac:spMkLst>
        </pc:spChg>
        <pc:spChg chg="mod">
          <ac:chgData name="" userId="" providerId="" clId="Web-{B697373F-6A8C-4A4E-BD8A-5D0E1CED0A0C}" dt="2026-01-12T04:18:27.369" v="1" actId="34807"/>
          <ac:spMkLst>
            <pc:docMk/>
            <pc:sldMk cId="1816530417" sldId="2574"/>
            <ac:spMk id="7" creationId="{C48C50F3-955A-7CED-C9E9-E24838D0B0FF}"/>
          </ac:spMkLst>
        </pc:spChg>
      </pc:sldChg>
      <pc:sldChg chg="modSp add mod modTransition modClrScheme chgLayout">
        <pc:chgData name="" userId="" providerId="" clId="Web-{B697373F-6A8C-4A4E-BD8A-5D0E1CED0A0C}" dt="2026-01-12T04:18:27.369" v="1" actId="34807"/>
        <pc:sldMkLst>
          <pc:docMk/>
          <pc:sldMk cId="1014814830" sldId="2575"/>
        </pc:sldMkLst>
        <pc:spChg chg="mod">
          <ac:chgData name="" userId="" providerId="" clId="Web-{B697373F-6A8C-4A4E-BD8A-5D0E1CED0A0C}" dt="2026-01-12T04:18:27.369" v="1" actId="34807"/>
          <ac:spMkLst>
            <pc:docMk/>
            <pc:sldMk cId="1014814830" sldId="2575"/>
            <ac:spMk id="2" creationId="{68986F2A-7EA9-A13E-D367-93416C357723}"/>
          </ac:spMkLst>
        </pc:spChg>
        <pc:spChg chg="mod">
          <ac:chgData name="" userId="" providerId="" clId="Web-{B697373F-6A8C-4A4E-BD8A-5D0E1CED0A0C}" dt="2026-01-12T04:18:27.369" v="1" actId="34807"/>
          <ac:spMkLst>
            <pc:docMk/>
            <pc:sldMk cId="1014814830" sldId="2575"/>
            <ac:spMk id="3" creationId="{D3940A4B-C71E-839A-76FB-28CDCC5F908B}"/>
          </ac:spMkLst>
        </pc:spChg>
        <pc:spChg chg="mod">
          <ac:chgData name="" userId="" providerId="" clId="Web-{B697373F-6A8C-4A4E-BD8A-5D0E1CED0A0C}" dt="2026-01-12T04:18:27.369" v="1" actId="34807"/>
          <ac:spMkLst>
            <pc:docMk/>
            <pc:sldMk cId="1014814830" sldId="2575"/>
            <ac:spMk id="4" creationId="{1E3EE1F2-7522-4A7B-C737-BD3C2008A234}"/>
          </ac:spMkLst>
        </pc:spChg>
        <pc:spChg chg="mod">
          <ac:chgData name="" userId="" providerId="" clId="Web-{B697373F-6A8C-4A4E-BD8A-5D0E1CED0A0C}" dt="2026-01-12T04:18:27.369" v="1" actId="34807"/>
          <ac:spMkLst>
            <pc:docMk/>
            <pc:sldMk cId="1014814830" sldId="2575"/>
            <ac:spMk id="5" creationId="{A80F76E7-B835-1D8A-71CB-022BB54C3C49}"/>
          </ac:spMkLst>
        </pc:spChg>
        <pc:graphicFrameChg chg="mod">
          <ac:chgData name="" userId="" providerId="" clId="Web-{B697373F-6A8C-4A4E-BD8A-5D0E1CED0A0C}" dt="2026-01-12T04:18:27.369" v="1" actId="34807"/>
          <ac:graphicFrameMkLst>
            <pc:docMk/>
            <pc:sldMk cId="1014814830" sldId="2575"/>
            <ac:graphicFrameMk id="8" creationId="{5C7F7E75-0E03-4949-9EB2-7061D5F171CB}"/>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092E33C-8E56-15D7-91D9-0C9D51898F3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F84E5C4-3075-2128-3C95-66CDB0C1F39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2C14BC-9E0B-417D-A4B6-D3A52302FEC1}" type="datetimeFigureOut">
              <a:rPr lang="en-US" smtClean="0"/>
              <a:t>1/11/2026</a:t>
            </a:fld>
            <a:endParaRPr lang="en-US"/>
          </a:p>
        </p:txBody>
      </p:sp>
      <p:sp>
        <p:nvSpPr>
          <p:cNvPr id="4" name="Footer Placeholder 3">
            <a:extLst>
              <a:ext uri="{FF2B5EF4-FFF2-40B4-BE49-F238E27FC236}">
                <a16:creationId xmlns:a16="http://schemas.microsoft.com/office/drawing/2014/main" id="{10EDE216-B0E2-6179-F0CB-DA746C5A105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DE76486-0E2A-27D1-56AC-57AF7869110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D3A4AD-A02B-4727-AB32-0630F343D8AA}" type="slidenum">
              <a:rPr lang="en-US" smtClean="0"/>
              <a:t>‹#›</a:t>
            </a:fld>
            <a:endParaRPr lang="en-US"/>
          </a:p>
        </p:txBody>
      </p:sp>
    </p:spTree>
    <p:extLst>
      <p:ext uri="{BB962C8B-B14F-4D97-AF65-F5344CB8AC3E}">
        <p14:creationId xmlns:p14="http://schemas.microsoft.com/office/powerpoint/2010/main" val="270832485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7FB986-3F20-4AE6-9D44-118BB6C2AE02}" type="datetimeFigureOut">
              <a:rPr lang="en-US" smtClean="0"/>
              <a:t>1/11/2026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59575-30D1-4661-8D21-5CF1396340F1}" type="slidenum">
              <a:rPr lang="en-US" smtClean="0"/>
              <a:t>‹#›</a:t>
            </a:fld>
            <a:endParaRPr lang="en-US"/>
          </a:p>
        </p:txBody>
      </p:sp>
    </p:spTree>
    <p:extLst>
      <p:ext uri="{BB962C8B-B14F-4D97-AF65-F5344CB8AC3E}">
        <p14:creationId xmlns:p14="http://schemas.microsoft.com/office/powerpoint/2010/main" val="2691956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17E59575-30D1-4661-8D21-5CF1396340F1}" type="slidenum">
              <a:rPr lang="en-US" smtClean="0"/>
              <a:t>1</a:t>
            </a:fld>
            <a:endParaRPr lang="en-US"/>
          </a:p>
        </p:txBody>
      </p:sp>
    </p:spTree>
    <p:extLst>
      <p:ext uri="{BB962C8B-B14F-4D97-AF65-F5344CB8AC3E}">
        <p14:creationId xmlns:p14="http://schemas.microsoft.com/office/powerpoint/2010/main" val="4382112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https://aka.ms/spe-openfilelocation
arifOS Overview and Strategic Proposition
</a:t>
            </a:r>
          </a:p>
        </p:txBody>
      </p:sp>
      <p:sp>
        <p:nvSpPr>
          <p:cNvPr id="4" name="Slide Number Placeholder 3"/>
          <p:cNvSpPr>
            <a:spLocks noGrp="1"/>
          </p:cNvSpPr>
          <p:nvPr>
            <p:ph type="sldNum" sz="quarter" idx="5"/>
          </p:nvPr>
        </p:nvSpPr>
        <p:spPr/>
        <p:txBody>
          <a:bodyPr/>
          <a:lstStyle/>
          <a:p>
            <a:fld id="{17E59575-30D1-4661-8D21-5CF1396340F1}" type="slidenum">
              <a:rPr lang="en-US" smtClean="0"/>
              <a:t>2</a:t>
            </a:fld>
            <a:endParaRPr lang="en-US"/>
          </a:p>
        </p:txBody>
      </p:sp>
    </p:spTree>
    <p:extLst>
      <p:ext uri="{BB962C8B-B14F-4D97-AF65-F5344CB8AC3E}">
        <p14:creationId xmlns:p14="http://schemas.microsoft.com/office/powerpoint/2010/main" val="1321660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https://aka.ms/spe-openfilelocation
arifOS is a constitutional AI governance kernel designed to enforce fail-closed governance across enterprise AI systems. It operates under nine constitutional floors, ensuring integrity, truthfulness, clarity, and compliance in all AI-driven workflows. The solution addresses critical risks such as hallucination, compliance breaches, and audit complexity, which are increasingly relevant as PETRONAS scales AI initiatives like TriCipta AI and Production AI. The kernel provides governance artifacts, refusal-first logic, and audit-ready documentation, positioning PETRONAS as a leader in Responsible AI. This proposal emphasizes strategic alignment with PETRONAS Digital Spend Governance principles, delivering measurable ROI through risk mitigation, operational continuity, and audit efficiency. The motto, "DITEMPA, BUKAN DIBERI" (Forged, not given), reflects the solution's resilience and enterprise-grade design.
</a:t>
            </a:r>
          </a:p>
        </p:txBody>
      </p:sp>
      <p:sp>
        <p:nvSpPr>
          <p:cNvPr id="4" name="Slide Number Placeholder 3"/>
          <p:cNvSpPr>
            <a:spLocks noGrp="1"/>
          </p:cNvSpPr>
          <p:nvPr>
            <p:ph type="sldNum" sz="quarter" idx="5"/>
          </p:nvPr>
        </p:nvSpPr>
        <p:spPr/>
        <p:txBody>
          <a:bodyPr/>
          <a:lstStyle/>
          <a:p>
            <a:fld id="{17E59575-30D1-4661-8D21-5CF1396340F1}" type="slidenum">
              <a:rPr lang="en-US" smtClean="0"/>
              <a:t>3</a:t>
            </a:fld>
            <a:endParaRPr lang="en-US"/>
          </a:p>
        </p:txBody>
      </p:sp>
    </p:spTree>
    <p:extLst>
      <p:ext uri="{BB962C8B-B14F-4D97-AF65-F5344CB8AC3E}">
        <p14:creationId xmlns:p14="http://schemas.microsoft.com/office/powerpoint/2010/main" val="421609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https://aka.ms/spe-openfilelocation
Governance Imperatives for AI Scaling
</a:t>
            </a:r>
          </a:p>
        </p:txBody>
      </p:sp>
      <p:sp>
        <p:nvSpPr>
          <p:cNvPr id="4" name="Slide Number Placeholder 3"/>
          <p:cNvSpPr>
            <a:spLocks noGrp="1"/>
          </p:cNvSpPr>
          <p:nvPr>
            <p:ph type="sldNum" sz="quarter" idx="5"/>
          </p:nvPr>
        </p:nvSpPr>
        <p:spPr/>
        <p:txBody>
          <a:bodyPr/>
          <a:lstStyle/>
          <a:p>
            <a:fld id="{17E59575-30D1-4661-8D21-5CF1396340F1}" type="slidenum">
              <a:rPr lang="en-US" smtClean="0"/>
              <a:t>4</a:t>
            </a:fld>
            <a:endParaRPr lang="en-US"/>
          </a:p>
        </p:txBody>
      </p:sp>
    </p:spTree>
    <p:extLst>
      <p:ext uri="{BB962C8B-B14F-4D97-AF65-F5344CB8AC3E}">
        <p14:creationId xmlns:p14="http://schemas.microsoft.com/office/powerpoint/2010/main" val="427861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https://aka.ms/spe-openfilelocation
PETRONAS is accelerating AI adoption through initiatives such as TriCipta AI and Production AI, which involve complex workflows and high-stakes decision-making. These deployments introduce risks including regulatory non-compliance, ethical breaches, and operational failures. Current governance frameworks, while robust, require augmentation with automated, constitutional-level controls to manage dynamic AI behaviors. arifOS addresses these gaps by embedding governance logic directly into AI systems, ensuring adherence to PETRONAS ethics principles and global standards like the EU AI Act and NIST RMF. By implementing arifOS, PETRONAS can safeguard its reputation, maintain compliance, and optimize AI performance without compromising safety or transparency.
</a:t>
            </a:r>
          </a:p>
        </p:txBody>
      </p:sp>
      <p:sp>
        <p:nvSpPr>
          <p:cNvPr id="4" name="Slide Number Placeholder 3"/>
          <p:cNvSpPr>
            <a:spLocks noGrp="1"/>
          </p:cNvSpPr>
          <p:nvPr>
            <p:ph type="sldNum" sz="quarter" idx="5"/>
          </p:nvPr>
        </p:nvSpPr>
        <p:spPr/>
        <p:txBody>
          <a:bodyPr/>
          <a:lstStyle/>
          <a:p>
            <a:fld id="{17E59575-30D1-4661-8D21-5CF1396340F1}" type="slidenum">
              <a:rPr lang="en-US" smtClean="0"/>
              <a:t>5</a:t>
            </a:fld>
            <a:endParaRPr lang="en-US"/>
          </a:p>
        </p:txBody>
      </p:sp>
    </p:spTree>
    <p:extLst>
      <p:ext uri="{BB962C8B-B14F-4D97-AF65-F5344CB8AC3E}">
        <p14:creationId xmlns:p14="http://schemas.microsoft.com/office/powerpoint/2010/main" val="32579791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https://aka.ms/spe-openfilelocation
Global Pricing and Competitor Landscape
</a:t>
            </a:r>
          </a:p>
        </p:txBody>
      </p:sp>
      <p:sp>
        <p:nvSpPr>
          <p:cNvPr id="4" name="Slide Number Placeholder 3"/>
          <p:cNvSpPr>
            <a:spLocks noGrp="1"/>
          </p:cNvSpPr>
          <p:nvPr>
            <p:ph type="sldNum" sz="quarter" idx="5"/>
          </p:nvPr>
        </p:nvSpPr>
        <p:spPr/>
        <p:txBody>
          <a:bodyPr/>
          <a:lstStyle/>
          <a:p>
            <a:fld id="{17E59575-30D1-4661-8D21-5CF1396340F1}" type="slidenum">
              <a:rPr lang="en-US" smtClean="0"/>
              <a:t>6</a:t>
            </a:fld>
            <a:endParaRPr lang="en-US"/>
          </a:p>
        </p:txBody>
      </p:sp>
    </p:spTree>
    <p:extLst>
      <p:ext uri="{BB962C8B-B14F-4D97-AF65-F5344CB8AC3E}">
        <p14:creationId xmlns:p14="http://schemas.microsoft.com/office/powerpoint/2010/main" val="2692160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https://aka.ms/spe-openfilelocation
AI governance solutions vary widely in pricing models and capabilities. Cloud-based guardrails such as Azure AI Content Safety charge approximately $0.38 per 1,000 text records, while AWS Bedrock Guardrails cost around $0.15 per 1,000 text units. Enterprise platforms like IBM watsonx.governance use a resource unit metric (~$0.60 per RU) and offer on-prem licensing per VPC core. ModelOp Center lists non-production instances at $25,000 per month, with production pricing negotiated privately. Observability tools such as Arize AI average $60,000 annually for enterprise deployments. PETRONAS benchmarks, including Halliburton DSG licenses at USD $2.18M/year (~RM 10.2M), confirm the scale of investment for mission-critical digital tools. These figures establish a competitive context for arifOS pricing and value proposition.
</a:t>
            </a:r>
          </a:p>
        </p:txBody>
      </p:sp>
      <p:sp>
        <p:nvSpPr>
          <p:cNvPr id="4" name="Slide Number Placeholder 3"/>
          <p:cNvSpPr>
            <a:spLocks noGrp="1"/>
          </p:cNvSpPr>
          <p:nvPr>
            <p:ph type="sldNum" sz="quarter" idx="5"/>
          </p:nvPr>
        </p:nvSpPr>
        <p:spPr/>
        <p:txBody>
          <a:bodyPr/>
          <a:lstStyle/>
          <a:p>
            <a:fld id="{17E59575-30D1-4661-8D21-5CF1396340F1}" type="slidenum">
              <a:rPr lang="en-US" smtClean="0"/>
              <a:t>7</a:t>
            </a:fld>
            <a:endParaRPr lang="en-US"/>
          </a:p>
        </p:txBody>
      </p:sp>
    </p:spTree>
    <p:extLst>
      <p:ext uri="{BB962C8B-B14F-4D97-AF65-F5344CB8AC3E}">
        <p14:creationId xmlns:p14="http://schemas.microsoft.com/office/powerpoint/2010/main" val="12970555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https://aka.ms/spe-openfilelocation
arifOS Pricing and Deployment Options
</a:t>
            </a:r>
          </a:p>
        </p:txBody>
      </p:sp>
      <p:sp>
        <p:nvSpPr>
          <p:cNvPr id="4" name="Slide Number Placeholder 3"/>
          <p:cNvSpPr>
            <a:spLocks noGrp="1"/>
          </p:cNvSpPr>
          <p:nvPr>
            <p:ph type="sldNum" sz="quarter" idx="5"/>
          </p:nvPr>
        </p:nvSpPr>
        <p:spPr/>
        <p:txBody>
          <a:bodyPr/>
          <a:lstStyle/>
          <a:p>
            <a:fld id="{17E59575-30D1-4661-8D21-5CF1396340F1}" type="slidenum">
              <a:rPr lang="en-US" smtClean="0"/>
              <a:t>8</a:t>
            </a:fld>
            <a:endParaRPr lang="en-US"/>
          </a:p>
        </p:txBody>
      </p:sp>
    </p:spTree>
    <p:extLst>
      <p:ext uri="{BB962C8B-B14F-4D97-AF65-F5344CB8AC3E}">
        <p14:creationId xmlns:p14="http://schemas.microsoft.com/office/powerpoint/2010/main" val="9208580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https://aka.ms/spe-openfilelocation
arifOS pricing is structured to align with PETRONAS procurement standards and global benchmarks. The Enterprise Kernel License ranges from RM 1.41M to RM 5.64M annually, depending on deployment scope and SLA requirements. Runtime Guardrails are billed on a consumption basis, from RM 0.94 to RM 4.70 per 1,000 checks, offering flexibility for varying workloads. Advisory and Certification services are priced between RM 705K and RM 2.35M per program, with audit cycles ranging from RM 235K to RM 705K. Deployment options include dedicated SaaS or VPC/on-prem environments with MY/SG data residency compliance. Multi-year contracts qualify for discounts of up to 15%, ensuring cost efficiency for long-term governance commitments.
</a:t>
            </a:r>
          </a:p>
        </p:txBody>
      </p:sp>
      <p:sp>
        <p:nvSpPr>
          <p:cNvPr id="4" name="Slide Number Placeholder 3"/>
          <p:cNvSpPr>
            <a:spLocks noGrp="1"/>
          </p:cNvSpPr>
          <p:nvPr>
            <p:ph type="sldNum" sz="quarter" idx="5"/>
          </p:nvPr>
        </p:nvSpPr>
        <p:spPr/>
        <p:txBody>
          <a:bodyPr/>
          <a:lstStyle/>
          <a:p>
            <a:fld id="{17E59575-30D1-4661-8D21-5CF1396340F1}" type="slidenum">
              <a:rPr lang="en-US" smtClean="0"/>
              <a:t>9</a:t>
            </a:fld>
            <a:endParaRPr lang="en-US"/>
          </a:p>
        </p:txBody>
      </p:sp>
    </p:spTree>
    <p:extLst>
      <p:ext uri="{BB962C8B-B14F-4D97-AF65-F5344CB8AC3E}">
        <p14:creationId xmlns:p14="http://schemas.microsoft.com/office/powerpoint/2010/main" val="18919255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https://aka.ms/spe-openfilelocation
Value Creation and Risk Mitigation
</a:t>
            </a:r>
          </a:p>
        </p:txBody>
      </p:sp>
      <p:sp>
        <p:nvSpPr>
          <p:cNvPr id="4" name="Slide Number Placeholder 3"/>
          <p:cNvSpPr>
            <a:spLocks noGrp="1"/>
          </p:cNvSpPr>
          <p:nvPr>
            <p:ph type="sldNum" sz="quarter" idx="5"/>
          </p:nvPr>
        </p:nvSpPr>
        <p:spPr/>
        <p:txBody>
          <a:bodyPr/>
          <a:lstStyle/>
          <a:p>
            <a:fld id="{17E59575-30D1-4661-8D21-5CF1396340F1}" type="slidenum">
              <a:rPr lang="en-US" smtClean="0"/>
              <a:t>10</a:t>
            </a:fld>
            <a:endParaRPr lang="en-US"/>
          </a:p>
        </p:txBody>
      </p:sp>
    </p:spTree>
    <p:extLst>
      <p:ext uri="{BB962C8B-B14F-4D97-AF65-F5344CB8AC3E}">
        <p14:creationId xmlns:p14="http://schemas.microsoft.com/office/powerpoint/2010/main" val="432508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https://aka.ms/spe-openfilelocation
The ROI model for arifOS is built on three pillars: compliance risk mitigation, operational continuity, and audit efficiency. By automating governance artifacts and enforcing refusal-first logic, arifOS reduces the likelihood of regulatory penalties, which can exceed RM 5M per incident. Audit cycle times are projected to decrease by 50%, saving approximately RM 500K annually in man-hours. Additionally, preventing governance-related AI deployment delays avoids multi-million RM project overruns. Over a three-year horizon, these benefits compound, delivering strategic value and positioning PETRONAS as a global leader in Responsible AI.
</a:t>
            </a:r>
          </a:p>
        </p:txBody>
      </p:sp>
      <p:sp>
        <p:nvSpPr>
          <p:cNvPr id="4" name="Slide Number Placeholder 3"/>
          <p:cNvSpPr>
            <a:spLocks noGrp="1"/>
          </p:cNvSpPr>
          <p:nvPr>
            <p:ph type="sldNum" sz="quarter" idx="5"/>
          </p:nvPr>
        </p:nvSpPr>
        <p:spPr/>
        <p:txBody>
          <a:bodyPr/>
          <a:lstStyle/>
          <a:p>
            <a:fld id="{17E59575-30D1-4661-8D21-5CF1396340F1}" type="slidenum">
              <a:rPr lang="en-US" smtClean="0"/>
              <a:t>11</a:t>
            </a:fld>
            <a:endParaRPr lang="en-US"/>
          </a:p>
        </p:txBody>
      </p:sp>
    </p:spTree>
    <p:extLst>
      <p:ext uri="{BB962C8B-B14F-4D97-AF65-F5344CB8AC3E}">
        <p14:creationId xmlns:p14="http://schemas.microsoft.com/office/powerpoint/2010/main" val="16459040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https://aka.ms/spe-openfilelocation
Feature Comparison Table
</a:t>
            </a:r>
          </a:p>
        </p:txBody>
      </p:sp>
      <p:sp>
        <p:nvSpPr>
          <p:cNvPr id="4" name="Slide Number Placeholder 3"/>
          <p:cNvSpPr>
            <a:spLocks noGrp="1"/>
          </p:cNvSpPr>
          <p:nvPr>
            <p:ph type="sldNum" sz="quarter" idx="5"/>
          </p:nvPr>
        </p:nvSpPr>
        <p:spPr/>
        <p:txBody>
          <a:bodyPr/>
          <a:lstStyle/>
          <a:p>
            <a:fld id="{17E59575-30D1-4661-8D21-5CF1396340F1}" type="slidenum">
              <a:rPr lang="en-US" smtClean="0"/>
              <a:t>12</a:t>
            </a:fld>
            <a:endParaRPr lang="en-US"/>
          </a:p>
        </p:txBody>
      </p:sp>
    </p:spTree>
    <p:extLst>
      <p:ext uri="{BB962C8B-B14F-4D97-AF65-F5344CB8AC3E}">
        <p14:creationId xmlns:p14="http://schemas.microsoft.com/office/powerpoint/2010/main" val="38905518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https://aka.ms/spe-openfilelocation
arifOS differentiates itself through its constitutional governance kernel, fail-closed architecture, and integrated runtime guardrails. Unlike IBM watsonx or Credo AI, which offer partial governance capabilities, arifOS provides comprehensive governance artifacts, refusal-first logic, and advisory services tailored to PETRONAS standards. Observability tools such as Arize and Fiddler focus on monitoring rather than governance enforcement, leaving compliance gaps that arifOS addresses. This unique positioning ensures PETRONAS achieves both operational efficiency and regulatory assurance.
</a:t>
            </a:r>
          </a:p>
        </p:txBody>
      </p:sp>
      <p:sp>
        <p:nvSpPr>
          <p:cNvPr id="4" name="Slide Number Placeholder 3"/>
          <p:cNvSpPr>
            <a:spLocks noGrp="1"/>
          </p:cNvSpPr>
          <p:nvPr>
            <p:ph type="sldNum" sz="quarter" idx="5"/>
          </p:nvPr>
        </p:nvSpPr>
        <p:spPr/>
        <p:txBody>
          <a:bodyPr/>
          <a:lstStyle/>
          <a:p>
            <a:fld id="{17E59575-30D1-4661-8D21-5CF1396340F1}" type="slidenum">
              <a:rPr lang="en-US" smtClean="0"/>
              <a:t>13</a:t>
            </a:fld>
            <a:endParaRPr lang="en-US"/>
          </a:p>
        </p:txBody>
      </p:sp>
    </p:spTree>
    <p:extLst>
      <p:ext uri="{BB962C8B-B14F-4D97-AF65-F5344CB8AC3E}">
        <p14:creationId xmlns:p14="http://schemas.microsoft.com/office/powerpoint/2010/main" val="11307828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https://aka.ms/spe-openfilelocation
Clauses and Workflow Diagram
</a:t>
            </a:r>
          </a:p>
        </p:txBody>
      </p:sp>
      <p:sp>
        <p:nvSpPr>
          <p:cNvPr id="4" name="Slide Number Placeholder 3"/>
          <p:cNvSpPr>
            <a:spLocks noGrp="1"/>
          </p:cNvSpPr>
          <p:nvPr>
            <p:ph type="sldNum" sz="quarter" idx="5"/>
          </p:nvPr>
        </p:nvSpPr>
        <p:spPr/>
        <p:txBody>
          <a:bodyPr/>
          <a:lstStyle/>
          <a:p>
            <a:fld id="{17E59575-30D1-4661-8D21-5CF1396340F1}" type="slidenum">
              <a:rPr lang="en-US" smtClean="0"/>
              <a:t>14</a:t>
            </a:fld>
            <a:endParaRPr lang="en-US"/>
          </a:p>
        </p:txBody>
      </p:sp>
    </p:spTree>
    <p:extLst>
      <p:ext uri="{BB962C8B-B14F-4D97-AF65-F5344CB8AC3E}">
        <p14:creationId xmlns:p14="http://schemas.microsoft.com/office/powerpoint/2010/main" val="8988783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https://aka.ms/spe-openfilelocation
arifOS procurement aligns with PETRONAS Digital Spend Governance principles, ensuring transparency, accountability, and strategic value realization. Key clauses include adherence to Value Charter compliance, transparent billing for runtime guardrails, and quarterly governance audits logged in PETRONAS compliance registry. The procurement workflow involves seven steps: Business Case Preparation, Digital Spend Governance Review, TRC Approval, MIRS Compliance Check, EAC Endorsement, PO Issuance, and Deployment with audit integration. This structured process guarantees compliance with PETRONAS governance standards while enabling efficient rollout of arifOS across enterprise AI initiatives.
</a:t>
            </a:r>
          </a:p>
        </p:txBody>
      </p:sp>
      <p:sp>
        <p:nvSpPr>
          <p:cNvPr id="4" name="Slide Number Placeholder 3"/>
          <p:cNvSpPr>
            <a:spLocks noGrp="1"/>
          </p:cNvSpPr>
          <p:nvPr>
            <p:ph type="sldNum" sz="quarter" idx="5"/>
          </p:nvPr>
        </p:nvSpPr>
        <p:spPr/>
        <p:txBody>
          <a:bodyPr/>
          <a:lstStyle/>
          <a:p>
            <a:fld id="{17E59575-30D1-4661-8D21-5CF1396340F1}" type="slidenum">
              <a:rPr lang="en-US" smtClean="0"/>
              <a:t>15</a:t>
            </a:fld>
            <a:endParaRPr lang="en-US"/>
          </a:p>
        </p:txBody>
      </p:sp>
    </p:spTree>
    <p:extLst>
      <p:ext uri="{BB962C8B-B14F-4D97-AF65-F5344CB8AC3E}">
        <p14:creationId xmlns:p14="http://schemas.microsoft.com/office/powerpoint/2010/main" val="21805036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dirty="0"/>
              <a:t>Click to edit Master title style</a:t>
            </a:r>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7DA2CEDE-2AB4-4FB8-9551-E0AA4222B1A3}" type="datetime1">
              <a:rPr lang="en-US" smtClean="0"/>
              <a:t>1/11/2026</a:t>
            </a:fld>
            <a:endParaRPr lang="en-US" dirty="0"/>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3127488414"/>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80EE6BAA-0080-49BB-A5F6-D96B22DFE410}" type="datetime1">
              <a:rPr lang="en-US" smtClean="0"/>
              <a:t>1/11/2026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87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l="1" r="-18789"/>
            </a:stretch>
          </a:blipFill>
        </p:spPr>
        <p:txBody>
          <a:bodyPr/>
          <a:lstStyle>
            <a:lvl1pPr>
              <a:defRPr/>
            </a:lvl1pPr>
          </a:lstStyle>
          <a:p>
            <a:r>
              <a:rPr lang="en-US" dirty="0"/>
              <a:t>   </a:t>
            </a:r>
          </a:p>
        </p:txBody>
      </p:sp>
      <p:sp>
        <p:nvSpPr>
          <p:cNvPr id="5" name="Title 4">
            <a:extLst>
              <a:ext uri="{FF2B5EF4-FFF2-40B4-BE49-F238E27FC236}">
                <a16:creationId xmlns:a16="http://schemas.microsoft.com/office/drawing/2014/main" id="{DD95CC36-AD95-97AF-0B3C-4CA25FF5420C}"/>
              </a:ext>
            </a:extLst>
          </p:cNvPr>
          <p:cNvSpPr>
            <a:spLocks noGrp="1"/>
          </p:cNvSpPr>
          <p:nvPr>
            <p:ph type="title"/>
          </p:nvPr>
        </p:nvSpPr>
        <p:spPr>
          <a:xfrm>
            <a:off x="0" y="3671046"/>
            <a:ext cx="12188952" cy="3186953"/>
          </a:xfrm>
          <a:gradFill>
            <a:gsLst>
              <a:gs pos="56000">
                <a:schemeClr val="bg2">
                  <a:alpha val="71000"/>
                </a:schemeClr>
              </a:gs>
              <a:gs pos="82000">
                <a:schemeClr val="bg2"/>
              </a:gs>
              <a:gs pos="16000">
                <a:schemeClr val="accent4">
                  <a:alpha val="0"/>
                </a:schemeClr>
              </a:gs>
            </a:gsLst>
            <a:lin ang="5400000" scaled="0"/>
          </a:gradFill>
        </p:spPr>
        <p:txBody>
          <a:bodyPr lIns="365760" tIns="91440" rIns="457200" bIns="1005840"/>
          <a:lstStyle>
            <a:lvl1pPr>
              <a:defRPr sz="5000"/>
            </a:lvl1pPr>
          </a:lstStyle>
          <a:p>
            <a:r>
              <a:rPr lang="en-US" dirty="0"/>
              <a:t>Click to edit Master title style</a:t>
            </a:r>
          </a:p>
        </p:txBody>
      </p:sp>
      <p:sp>
        <p:nvSpPr>
          <p:cNvPr id="14" name="Subtitle 2">
            <a:extLst>
              <a:ext uri="{FF2B5EF4-FFF2-40B4-BE49-F238E27FC236}">
                <a16:creationId xmlns:a16="http://schemas.microsoft.com/office/drawing/2014/main" id="{E3BCE92C-E876-D640-79C7-9E2EE54A7517}"/>
              </a:ext>
            </a:extLst>
          </p:cNvPr>
          <p:cNvSpPr>
            <a:spLocks noGrp="1"/>
          </p:cNvSpPr>
          <p:nvPr>
            <p:ph type="subTitle" idx="1"/>
          </p:nvPr>
        </p:nvSpPr>
        <p:spPr>
          <a:xfrm>
            <a:off x="0" y="5770529"/>
            <a:ext cx="12192000" cy="1087471"/>
          </a:xfrm>
          <a:gradFill>
            <a:gsLst>
              <a:gs pos="29000">
                <a:schemeClr val="bg2">
                  <a:alpha val="0"/>
                </a:schemeClr>
              </a:gs>
              <a:gs pos="47000">
                <a:schemeClr val="accent4">
                  <a:lumMod val="50000"/>
                  <a:alpha val="0"/>
                </a:schemeClr>
              </a:gs>
              <a:gs pos="100000">
                <a:schemeClr val="accent3">
                  <a:lumMod val="60000"/>
                  <a:lumOff val="40000"/>
                </a:schemeClr>
              </a:gs>
            </a:gsLst>
            <a:lin ang="5160000" scaled="0"/>
          </a:gradFill>
        </p:spPr>
        <p:txBody>
          <a:bodyPr vert="horz" lIns="393192" tIns="457200" rIns="274320" bIns="731520" rtlCol="0" anchor="b">
            <a:noAutofit/>
          </a:bodyPr>
          <a:lstStyle>
            <a:lvl1pPr marL="0" indent="0">
              <a:buNone/>
              <a:defRPr lang="en-US" sz="1400" dirty="0"/>
            </a:lvl1pPr>
          </a:lstStyle>
          <a:p>
            <a:pPr lvl="0"/>
            <a:r>
              <a:rPr lang="en-US" dirty="0"/>
              <a:t>Click to edit Master subtitle style</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301752" y="210312"/>
            <a:ext cx="3447355" cy="365760"/>
          </a:xfrm>
        </p:spPr>
        <p:txBody>
          <a:bodyPr/>
          <a:lstStyle/>
          <a:p>
            <a:fld id="{21560963-1EEA-4BDE-8FF9-3FEE13B5D43C}" type="datetime1">
              <a:rPr lang="en-US" smtClean="0"/>
              <a:t>1/11/2026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093201" y="210312"/>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8687" y="210312"/>
            <a:ext cx="448805" cy="36576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948820445"/>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dirty="0"/>
              <a:t>Click to edit Master title style</a:t>
            </a:r>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21560963-1EEA-4BDE-8FF9-3FEE13B5D43C}" type="datetime1">
              <a:rPr lang="en-US" smtClean="0"/>
              <a:t>1/11/2026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4232864187"/>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4">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69146C6-F597-C006-1822-297853281771}"/>
              </a:ext>
            </a:extLst>
          </p:cNvPr>
          <p:cNvSpPr/>
          <p:nvPr/>
        </p:nvSpPr>
        <p:spPr>
          <a:xfrm rot="16200000" flipH="1">
            <a:off x="1300007" y="3732960"/>
            <a:ext cx="1825034" cy="4425045"/>
          </a:xfrm>
          <a:prstGeom prst="rect">
            <a:avLst/>
          </a:prstGeom>
          <a:gradFill flip="none" rotWithShape="1">
            <a:gsLst>
              <a:gs pos="56000">
                <a:schemeClr val="bg1">
                  <a:alpha val="0"/>
                </a:schemeClr>
              </a:gs>
              <a:gs pos="100000">
                <a:schemeClr val="accent6">
                  <a:alpha val="7000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B08893D-F42F-F8AC-E751-618878BDB5EE}"/>
              </a:ext>
            </a:extLst>
          </p:cNvPr>
          <p:cNvSpPr/>
          <p:nvPr/>
        </p:nvSpPr>
        <p:spPr>
          <a:xfrm rot="10800000">
            <a:off x="0" y="-4"/>
            <a:ext cx="4572000" cy="1825033"/>
          </a:xfrm>
          <a:prstGeom prst="rect">
            <a:avLst/>
          </a:prstGeom>
          <a:gradFill>
            <a:gsLst>
              <a:gs pos="61000">
                <a:schemeClr val="bg2">
                  <a:alpha val="0"/>
                </a:schemeClr>
              </a:gs>
              <a:gs pos="100000">
                <a:schemeClr val="accent1">
                  <a:lumMod val="75000"/>
                  <a:alpha val="85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7268A13E-E2FC-935E-9D1B-2CA406D562F9}"/>
              </a:ext>
            </a:extLst>
          </p:cNvPr>
          <p:cNvSpPr>
            <a:spLocks noGrp="1"/>
          </p:cNvSpPr>
          <p:nvPr>
            <p:ph type="title"/>
          </p:nvPr>
        </p:nvSpPr>
        <p:spPr>
          <a:xfrm>
            <a:off x="268722" y="906109"/>
            <a:ext cx="3620078" cy="3445173"/>
          </a:xfrm>
        </p:spPr>
        <p:txBody>
          <a:bodyPr anchor="t">
            <a:normAutofit/>
          </a:bodyPr>
          <a:lstStyle>
            <a:lvl1pPr>
              <a:defRPr sz="3600"/>
            </a:lvl1pPr>
          </a:lstStyle>
          <a:p>
            <a:r>
              <a:rPr lang="en-US" dirty="0"/>
              <a:t>Click to edit Master title style</a:t>
            </a:r>
          </a:p>
        </p:txBody>
      </p:sp>
      <p:sp>
        <p:nvSpPr>
          <p:cNvPr id="10" name="Subtitle 2">
            <a:extLst>
              <a:ext uri="{FF2B5EF4-FFF2-40B4-BE49-F238E27FC236}">
                <a16:creationId xmlns:a16="http://schemas.microsoft.com/office/drawing/2014/main" id="{51C95713-168A-6692-3C97-A85B41C1AAE4}"/>
              </a:ext>
            </a:extLst>
          </p:cNvPr>
          <p:cNvSpPr>
            <a:spLocks noGrp="1"/>
          </p:cNvSpPr>
          <p:nvPr>
            <p:ph type="subTitle" idx="1"/>
          </p:nvPr>
        </p:nvSpPr>
        <p:spPr>
          <a:xfrm>
            <a:off x="268722" y="5473037"/>
            <a:ext cx="3521018" cy="880873"/>
          </a:xfrm>
          <a:noFill/>
        </p:spPr>
        <p:txBody>
          <a:bodyPr vert="horz" lIns="91440" tIns="45720" rIns="91440" bIns="45720" rtlCol="0" anchor="b">
            <a:noAutofit/>
          </a:bodyPr>
          <a:lstStyle>
            <a:lvl1pPr marL="0" indent="0">
              <a:buNone/>
              <a:defRPr lang="en-US" sz="160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6B30B7E9-D8D3-BC56-A758-6C86B58C0AC5}"/>
              </a:ext>
            </a:extLst>
          </p:cNvPr>
          <p:cNvSpPr>
            <a:spLocks noGrp="1"/>
          </p:cNvSpPr>
          <p:nvPr>
            <p:ph type="ftr" sz="quarter" idx="15"/>
          </p:nvPr>
        </p:nvSpPr>
        <p:spPr>
          <a:xfrm>
            <a:off x="268722" y="210114"/>
            <a:ext cx="2360128" cy="365760"/>
          </a:xfrm>
        </p:spPr>
        <p:txBody>
          <a:bodyPr/>
          <a:lstStyle/>
          <a:p>
            <a:r>
              <a:rPr lang="en-US"/>
              <a:t>Sample Footer Text</a:t>
            </a:r>
          </a:p>
        </p:txBody>
      </p:sp>
      <p:sp>
        <p:nvSpPr>
          <p:cNvPr id="4" name="Date Placeholder 3">
            <a:extLst>
              <a:ext uri="{FF2B5EF4-FFF2-40B4-BE49-F238E27FC236}">
                <a16:creationId xmlns:a16="http://schemas.microsoft.com/office/drawing/2014/main" id="{3D4FF974-138E-88CF-9001-1A07C67D1DFD}"/>
              </a:ext>
            </a:extLst>
          </p:cNvPr>
          <p:cNvSpPr>
            <a:spLocks noGrp="1"/>
          </p:cNvSpPr>
          <p:nvPr>
            <p:ph type="dt" sz="half" idx="14"/>
          </p:nvPr>
        </p:nvSpPr>
        <p:spPr>
          <a:xfrm>
            <a:off x="2645216" y="210114"/>
            <a:ext cx="1005840" cy="365760"/>
          </a:xfrm>
        </p:spPr>
        <p:txBody>
          <a:bodyPr/>
          <a:lstStyle/>
          <a:p>
            <a:fld id="{BCA7961A-B010-49E0-A3F6-1ED7ACF29013}" type="datetime1">
              <a:rPr lang="en-US" smtClean="0"/>
              <a:t>1/11/2026</a:t>
            </a:fld>
            <a:endParaRPr lang="en-US"/>
          </a:p>
        </p:txBody>
      </p:sp>
      <p:sp>
        <p:nvSpPr>
          <p:cNvPr id="6" name="Slide Number Placeholder 5">
            <a:extLst>
              <a:ext uri="{FF2B5EF4-FFF2-40B4-BE49-F238E27FC236}">
                <a16:creationId xmlns:a16="http://schemas.microsoft.com/office/drawing/2014/main" id="{E1DA7CD4-7B92-1CD1-A9F0-94B053972CA3}"/>
              </a:ext>
            </a:extLst>
          </p:cNvPr>
          <p:cNvSpPr>
            <a:spLocks noGrp="1"/>
          </p:cNvSpPr>
          <p:nvPr>
            <p:ph type="sldNum" sz="quarter" idx="16"/>
          </p:nvPr>
        </p:nvSpPr>
        <p:spPr>
          <a:xfrm>
            <a:off x="3760180" y="210114"/>
            <a:ext cx="495299" cy="365760"/>
          </a:xfrm>
        </p:spPr>
        <p:txBody>
          <a:bodyPr/>
          <a:lstStyle/>
          <a:p>
            <a:fld id="{5E0677F5-4A8A-4BF1-96BE-3BAE8FBAFE2E}"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4572000" y="0"/>
            <a:ext cx="7620000" cy="6858000"/>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2615681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6A8D131-CBCA-5C49-BC11-F46A79A7B14C}"/>
              </a:ext>
            </a:extLst>
          </p:cNvPr>
          <p:cNvSpPr/>
          <p:nvPr/>
        </p:nvSpPr>
        <p:spPr>
          <a:xfrm rot="16200000" flipH="1">
            <a:off x="376872" y="-386654"/>
            <a:ext cx="6858000" cy="7631304"/>
          </a:xfrm>
          <a:prstGeom prst="rect">
            <a:avLst/>
          </a:prstGeom>
          <a:gradFill flip="none" rotWithShape="1">
            <a:gsLst>
              <a:gs pos="0">
                <a:schemeClr val="accent1">
                  <a:lumMod val="75000"/>
                </a:schemeClr>
              </a:gs>
              <a:gs pos="35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D64BBC73-2B54-D426-37D1-91554AB6280D}"/>
              </a:ext>
            </a:extLst>
          </p:cNvPr>
          <p:cNvSpPr/>
          <p:nvPr/>
        </p:nvSpPr>
        <p:spPr>
          <a:xfrm rot="5400000">
            <a:off x="4174854" y="-1144323"/>
            <a:ext cx="3842298" cy="12191994"/>
          </a:xfrm>
          <a:prstGeom prst="rect">
            <a:avLst/>
          </a:prstGeom>
          <a:gradFill>
            <a:gsLst>
              <a:gs pos="0">
                <a:schemeClr val="accent3">
                  <a:lumMod val="50000"/>
                </a:schemeClr>
              </a:gs>
              <a:gs pos="48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E2267C95-ECBD-88E5-88AE-67841646FC78}"/>
              </a:ext>
              <a:ext uri="{C183D7F6-B498-43B3-948B-1728B52AA6E4}">
                <adec:decorative xmlns:adec="http://schemas.microsoft.com/office/drawing/2017/decorative" val="1"/>
              </a:ext>
            </a:extLst>
          </p:cNvPr>
          <p:cNvSpPr/>
          <p:nvPr/>
        </p:nvSpPr>
        <p:spPr>
          <a:xfrm flipH="1">
            <a:off x="2756015" y="0"/>
            <a:ext cx="4875297" cy="6850173"/>
          </a:xfrm>
          <a:prstGeom prst="rect">
            <a:avLst/>
          </a:prstGeom>
          <a:gradFill flip="none" rotWithShape="1">
            <a:gsLst>
              <a:gs pos="19000">
                <a:schemeClr val="bg2"/>
              </a:gs>
              <a:gs pos="49000">
                <a:schemeClr val="accent6">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itle 12">
            <a:extLst>
              <a:ext uri="{FF2B5EF4-FFF2-40B4-BE49-F238E27FC236}">
                <a16:creationId xmlns:a16="http://schemas.microsoft.com/office/drawing/2014/main" id="{AC3C9A42-36FA-B347-AD02-B9A12C8D9EAF}"/>
              </a:ext>
            </a:extLst>
          </p:cNvPr>
          <p:cNvSpPr>
            <a:spLocks noGrp="1"/>
          </p:cNvSpPr>
          <p:nvPr>
            <p:ph type="title"/>
          </p:nvPr>
        </p:nvSpPr>
        <p:spPr>
          <a:xfrm>
            <a:off x="272779" y="1135378"/>
            <a:ext cx="5676921" cy="2163626"/>
          </a:xfrm>
        </p:spPr>
        <p:txBody>
          <a:bodyPr anchor="t"/>
          <a:lstStyle>
            <a:lvl1pPr>
              <a:defRPr sz="5000"/>
            </a:lvl1pPr>
          </a:lstStyle>
          <a:p>
            <a:r>
              <a:rPr lang="en-US"/>
              <a:t>Click to edit Master title style</a:t>
            </a:r>
          </a:p>
        </p:txBody>
      </p:sp>
      <p:sp>
        <p:nvSpPr>
          <p:cNvPr id="15" name="Subtitle 2">
            <a:extLst>
              <a:ext uri="{FF2B5EF4-FFF2-40B4-BE49-F238E27FC236}">
                <a16:creationId xmlns:a16="http://schemas.microsoft.com/office/drawing/2014/main" id="{E1DB729E-19D6-E1D5-DB31-89E9DF5D4004}"/>
              </a:ext>
            </a:extLst>
          </p:cNvPr>
          <p:cNvSpPr>
            <a:spLocks noGrp="1"/>
          </p:cNvSpPr>
          <p:nvPr>
            <p:ph type="subTitle" idx="1"/>
          </p:nvPr>
        </p:nvSpPr>
        <p:spPr>
          <a:xfrm>
            <a:off x="301752" y="4774541"/>
            <a:ext cx="4875296" cy="1591058"/>
          </a:xfrm>
          <a:noFill/>
        </p:spPr>
        <p:txBody>
          <a:bodyPr vert="horz" lIns="91440" tIns="45720" rIns="91440" bIns="45720" rtlCol="0" anchor="b">
            <a:noAutofit/>
          </a:bodyPr>
          <a:lstStyle>
            <a:lvl1pPr marL="0" indent="0">
              <a:buNone/>
              <a:defRPr lang="en-US" sz="1600" dirty="0"/>
            </a:lvl1pPr>
          </a:lstStyle>
          <a:p>
            <a:pPr lvl="0"/>
            <a:r>
              <a:rPr lang="en-US" dirty="0"/>
              <a:t>Click to edit Master subtitle style</a:t>
            </a:r>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a:xfrm>
            <a:off x="301752" y="210114"/>
            <a:ext cx="2509284" cy="365760"/>
          </a:xfrm>
        </p:spPr>
        <p:txBody>
          <a:bodyPr/>
          <a:lstStyle/>
          <a:p>
            <a:r>
              <a:rPr lang="en-US"/>
              <a:t>Sample Footer Text</a:t>
            </a:r>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210114"/>
            <a:ext cx="2153412" cy="365760"/>
          </a:xfrm>
        </p:spPr>
        <p:txBody>
          <a:bodyPr/>
          <a:lstStyle/>
          <a:p>
            <a:fld id="{9458DF63-6CB9-404F-8464-DF813E7A7B12}" type="datetime1">
              <a:rPr lang="en-US" smtClean="0"/>
              <a:t>1/11/2026</a:t>
            </a:fld>
            <a:endParaRPr lang="en-US"/>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210114"/>
            <a:ext cx="493776" cy="365760"/>
          </a:xfrm>
        </p:spPr>
        <p:txBody>
          <a:bodyPr/>
          <a:lstStyle/>
          <a:p>
            <a:fld id="{5E0677F5-4A8A-4BF1-96BE-3BAE8FBAFE2E}"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621524" y="0"/>
            <a:ext cx="4570476" cy="6858000"/>
          </a:xfrm>
          <a:blipFill>
            <a:blip r:embed="rId2">
              <a:alphaModFix amt="70000"/>
            </a:blip>
            <a:stretch>
              <a:fillRect/>
            </a:stretch>
          </a:blipFill>
        </p:spPr>
        <p:txBody>
          <a:bodyPr/>
          <a:lstStyle>
            <a:lvl1pPr>
              <a:defRPr/>
            </a:lvl1pPr>
          </a:lstStyle>
          <a:p>
            <a:r>
              <a:rPr lang="en-US" dirty="0"/>
              <a:t>   </a:t>
            </a:r>
          </a:p>
        </p:txBody>
      </p:sp>
      <p:cxnSp>
        <p:nvCxnSpPr>
          <p:cNvPr id="7" name="Straight Connector 6">
            <a:extLst>
              <a:ext uri="{FF2B5EF4-FFF2-40B4-BE49-F238E27FC236}">
                <a16:creationId xmlns:a16="http://schemas.microsoft.com/office/drawing/2014/main" id="{3B3541FD-375E-9F25-9D6E-2C93D6A17135}"/>
              </a:ext>
            </a:extLst>
          </p:cNvPr>
          <p:cNvCxnSpPr>
            <a:cxnSpLocks/>
          </p:cNvCxnSpPr>
          <p:nvPr userDrawn="1"/>
        </p:nvCxnSpPr>
        <p:spPr>
          <a:xfrm flipH="1">
            <a:off x="398166" y="762000"/>
            <a:ext cx="669969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947980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6">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66C36F6-3968-40FA-37EA-155D2BE42AD1}"/>
              </a:ext>
            </a:extLst>
          </p:cNvPr>
          <p:cNvSpPr/>
          <p:nvPr/>
        </p:nvSpPr>
        <p:spPr>
          <a:xfrm>
            <a:off x="-2754" y="5254619"/>
            <a:ext cx="12188952" cy="1603381"/>
          </a:xfrm>
          <a:prstGeom prst="rect">
            <a:avLst/>
          </a:prstGeom>
          <a:gradFill>
            <a:gsLst>
              <a:gs pos="62000">
                <a:schemeClr val="accent6">
                  <a:lumMod val="50000"/>
                  <a:alpha val="0"/>
                </a:schemeClr>
              </a:gs>
              <a:gs pos="100000">
                <a:schemeClr val="accent4">
                  <a:alpha val="8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63A348-0551-47A0-DA50-F560E4EC6794}"/>
              </a:ext>
            </a:extLst>
          </p:cNvPr>
          <p:cNvSpPr/>
          <p:nvPr/>
        </p:nvSpPr>
        <p:spPr>
          <a:xfrm>
            <a:off x="1430867" y="4492679"/>
            <a:ext cx="10758085" cy="2365320"/>
          </a:xfrm>
          <a:prstGeom prst="rect">
            <a:avLst/>
          </a:prstGeom>
          <a:gradFill>
            <a:gsLst>
              <a:gs pos="71000">
                <a:schemeClr val="accent1">
                  <a:lumMod val="50000"/>
                  <a:alpha val="0"/>
                </a:schemeClr>
              </a:gs>
              <a:gs pos="99000">
                <a:schemeClr val="accent3">
                  <a:lumMod val="60000"/>
                  <a:lumOff val="40000"/>
                  <a:alpha val="4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7EE9334A-B58A-1191-419B-686185B07C62}"/>
              </a:ext>
            </a:extLst>
          </p:cNvPr>
          <p:cNvSpPr>
            <a:spLocks noGrp="1"/>
          </p:cNvSpPr>
          <p:nvPr>
            <p:ph type="title"/>
          </p:nvPr>
        </p:nvSpPr>
        <p:spPr>
          <a:xfrm>
            <a:off x="274320" y="5216448"/>
            <a:ext cx="7627857" cy="1394843"/>
          </a:xfrm>
        </p:spPr>
        <p:txBody>
          <a:bodyPr>
            <a:normAutofit/>
          </a:bodyPr>
          <a:lstStyle>
            <a:lvl1pPr>
              <a:defRPr sz="3600"/>
            </a:lvl1pPr>
          </a:lstStyle>
          <a:p>
            <a:r>
              <a:rPr lang="en-US"/>
              <a:t>Click to edit Master title style</a:t>
            </a:r>
          </a:p>
        </p:txBody>
      </p:sp>
      <p:sp>
        <p:nvSpPr>
          <p:cNvPr id="12" name="Subtitle 2">
            <a:extLst>
              <a:ext uri="{FF2B5EF4-FFF2-40B4-BE49-F238E27FC236}">
                <a16:creationId xmlns:a16="http://schemas.microsoft.com/office/drawing/2014/main" id="{25AC1EE1-879A-DD62-9DEE-9EDB54468EA5}"/>
              </a:ext>
            </a:extLst>
          </p:cNvPr>
          <p:cNvSpPr>
            <a:spLocks noGrp="1"/>
          </p:cNvSpPr>
          <p:nvPr>
            <p:ph type="subTitle" idx="1"/>
          </p:nvPr>
        </p:nvSpPr>
        <p:spPr>
          <a:xfrm>
            <a:off x="9183509" y="5216447"/>
            <a:ext cx="2738340" cy="1394844"/>
          </a:xfrm>
          <a:noFill/>
        </p:spPr>
        <p:txBody>
          <a:bodyPr vert="horz" lIns="91440" tIns="45720" rIns="91440" bIns="45720" rtlCol="0" anchor="b">
            <a:noAutofit/>
          </a:bodyPr>
          <a:lstStyle>
            <a:lvl1pPr marL="0" indent="0">
              <a:buNone/>
              <a:defRPr lang="en-US" sz="1400" dirty="0"/>
            </a:lvl1pPr>
          </a:lstStyle>
          <a:p>
            <a:pPr lvl="0"/>
            <a:r>
              <a:rPr lang="en-US" dirty="0"/>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3936570"/>
          </a:xfrm>
          <a:blipFill>
            <a:blip r:embed="rId2">
              <a:alphaModFix amt="70000"/>
            </a:blip>
            <a:stretch>
              <a:fillRect t="-14126"/>
            </a:stretch>
          </a:blipFill>
        </p:spPr>
        <p:txBody>
          <a:bodyPr/>
          <a:lstStyle>
            <a:lvl1pPr>
              <a:defRPr/>
            </a:lvl1pPr>
          </a:lstStyle>
          <a:p>
            <a:r>
              <a:rPr lang="en-US" dirty="0"/>
              <a:t>   </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301752" y="4154963"/>
            <a:ext cx="3447355" cy="365760"/>
          </a:xfrm>
        </p:spPr>
        <p:txBody>
          <a:bodyPr/>
          <a:lstStyle/>
          <a:p>
            <a:fld id="{21560963-1EEA-4BDE-8FF9-3FEE13B5D43C}" type="datetime1">
              <a:rPr lang="en-US" smtClean="0"/>
              <a:t>1/11/2026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093201" y="4154963"/>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52503" y="4154963"/>
            <a:ext cx="448805" cy="36576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909206682"/>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5C02513-E6E5-DFFD-29B1-02BE448BAD59}"/>
              </a:ext>
              <a:ext uri="{C183D7F6-B498-43B3-948B-1728B52AA6E4}">
                <adec:decorative xmlns:adec="http://schemas.microsoft.com/office/drawing/2017/decorative" val="1"/>
              </a:ext>
            </a:extLst>
          </p:cNvPr>
          <p:cNvSpPr/>
          <p:nvPr/>
        </p:nvSpPr>
        <p:spPr>
          <a:xfrm>
            <a:off x="2483189" y="0"/>
            <a:ext cx="9708811" cy="6859553"/>
          </a:xfrm>
          <a:prstGeom prst="rect">
            <a:avLst/>
          </a:prstGeom>
          <a:gradFill flip="none" rotWithShape="1">
            <a:gsLst>
              <a:gs pos="9000">
                <a:schemeClr val="accent1">
                  <a:lumMod val="75000"/>
                </a:schemeClr>
              </a:gs>
              <a:gs pos="54000">
                <a:schemeClr val="bg2">
                  <a:alpha val="0"/>
                </a:schemeClr>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4F31A197-F740-DCA2-902E-29B890C31486}"/>
              </a:ext>
              <a:ext uri="{C183D7F6-B498-43B3-948B-1728B52AA6E4}">
                <adec:decorative xmlns:adec="http://schemas.microsoft.com/office/drawing/2017/decorative" val="1"/>
              </a:ext>
            </a:extLst>
          </p:cNvPr>
          <p:cNvSpPr/>
          <p:nvPr/>
        </p:nvSpPr>
        <p:spPr>
          <a:xfrm rot="10800000">
            <a:off x="398166" y="2201332"/>
            <a:ext cx="11793834" cy="4656665"/>
          </a:xfrm>
          <a:prstGeom prst="rect">
            <a:avLst/>
          </a:prstGeom>
          <a:gradFill>
            <a:gsLst>
              <a:gs pos="0">
                <a:schemeClr val="accent2"/>
              </a:gs>
              <a:gs pos="36000">
                <a:schemeClr val="accent1">
                  <a:lumMod val="5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10">
            <a:extLst>
              <a:ext uri="{FF2B5EF4-FFF2-40B4-BE49-F238E27FC236}">
                <a16:creationId xmlns:a16="http://schemas.microsoft.com/office/drawing/2014/main" id="{BE6801FB-115C-F074-E428-F4A4A588BCE7}"/>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17000">
                <a:schemeClr val="accent3">
                  <a:lumMod val="60000"/>
                  <a:lumOff val="40000"/>
                  <a:alpha val="51000"/>
                </a:schemeClr>
              </a:gs>
              <a:gs pos="44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cxnSp>
        <p:nvCxnSpPr>
          <p:cNvPr id="14" name="Straight Connector 13">
            <a:extLst>
              <a:ext uri="{FF2B5EF4-FFF2-40B4-BE49-F238E27FC236}">
                <a16:creationId xmlns:a16="http://schemas.microsoft.com/office/drawing/2014/main" id="{3CE9BCB7-0B84-78EB-474B-9077DE024658}"/>
              </a:ext>
            </a:extLst>
          </p:cNvPr>
          <p:cNvCxnSpPr>
            <a:cxnSpLocks/>
          </p:cNvCxnSpPr>
          <p:nvPr/>
        </p:nvCxnSpPr>
        <p:spPr>
          <a:xfrm flipH="1">
            <a:off x="358140" y="5174874"/>
            <a:ext cx="11475720"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0" name="Title 9">
            <a:extLst>
              <a:ext uri="{FF2B5EF4-FFF2-40B4-BE49-F238E27FC236}">
                <a16:creationId xmlns:a16="http://schemas.microsoft.com/office/drawing/2014/main" id="{B7CA771C-C0DC-4CE5-6507-04B80A7BF2D3}"/>
              </a:ext>
            </a:extLst>
          </p:cNvPr>
          <p:cNvSpPr>
            <a:spLocks noGrp="1"/>
          </p:cNvSpPr>
          <p:nvPr>
            <p:ph type="title"/>
          </p:nvPr>
        </p:nvSpPr>
        <p:spPr>
          <a:xfrm>
            <a:off x="274320" y="388704"/>
            <a:ext cx="9509760" cy="4297679"/>
          </a:xfrm>
        </p:spPr>
        <p:txBody>
          <a:bodyPr anchor="t"/>
          <a:lstStyle>
            <a:lvl1pPr>
              <a:defRPr sz="6000"/>
            </a:lvl1pPr>
          </a:lstStyle>
          <a:p>
            <a:r>
              <a:rPr lang="en-US"/>
              <a:t>Click to edit Master title style</a:t>
            </a:r>
          </a:p>
        </p:txBody>
      </p:sp>
      <p:sp>
        <p:nvSpPr>
          <p:cNvPr id="17" name="Subtitle 2">
            <a:extLst>
              <a:ext uri="{FF2B5EF4-FFF2-40B4-BE49-F238E27FC236}">
                <a16:creationId xmlns:a16="http://schemas.microsoft.com/office/drawing/2014/main" id="{1CA59141-B447-02B6-2167-E19939B6D502}"/>
              </a:ext>
            </a:extLst>
          </p:cNvPr>
          <p:cNvSpPr>
            <a:spLocks noGrp="1"/>
          </p:cNvSpPr>
          <p:nvPr>
            <p:ph type="subTitle" idx="1"/>
          </p:nvPr>
        </p:nvSpPr>
        <p:spPr>
          <a:xfrm>
            <a:off x="301751" y="5486399"/>
            <a:ext cx="6951553" cy="726128"/>
          </a:xfrm>
          <a:noFill/>
        </p:spPr>
        <p:txBody>
          <a:bodyPr vert="horz" lIns="91440" tIns="45720" rIns="91440" bIns="45720" rtlCol="0" anchor="t">
            <a:noAutofit/>
          </a:bodyPr>
          <a:lstStyle>
            <a:lvl1pPr marL="0" indent="0">
              <a:buNone/>
              <a:defRPr lang="en-US" sz="18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1F96BEF7-236A-87FA-F0D9-F4515D8135D3}"/>
              </a:ext>
            </a:extLst>
          </p:cNvPr>
          <p:cNvSpPr>
            <a:spLocks noGrp="1"/>
          </p:cNvSpPr>
          <p:nvPr>
            <p:ph type="dt" sz="half" idx="10"/>
          </p:nvPr>
        </p:nvSpPr>
        <p:spPr>
          <a:xfrm>
            <a:off x="301752" y="6304985"/>
            <a:ext cx="2218156" cy="365760"/>
          </a:xfrm>
        </p:spPr>
        <p:txBody>
          <a:bodyPr/>
          <a:lstStyle>
            <a:lvl1pPr>
              <a:defRPr>
                <a:solidFill>
                  <a:schemeClr val="tx1"/>
                </a:solidFill>
              </a:defRPr>
            </a:lvl1pPr>
          </a:lstStyle>
          <a:p>
            <a:fld id="{082FB242-E4A2-4711-B168-6D02C45DBE61}" type="datetime1">
              <a:rPr lang="en-US" smtClean="0"/>
              <a:t>1/11/2026</a:t>
            </a:fld>
            <a:endParaRPr lang="en-US"/>
          </a:p>
        </p:txBody>
      </p:sp>
      <p:sp>
        <p:nvSpPr>
          <p:cNvPr id="5" name="Footer Placeholder 4">
            <a:extLst>
              <a:ext uri="{FF2B5EF4-FFF2-40B4-BE49-F238E27FC236}">
                <a16:creationId xmlns:a16="http://schemas.microsoft.com/office/drawing/2014/main" id="{B2B0F5B7-78E6-2702-0F8C-122F4D21C908}"/>
              </a:ext>
            </a:extLst>
          </p:cNvPr>
          <p:cNvSpPr>
            <a:spLocks noGrp="1"/>
          </p:cNvSpPr>
          <p:nvPr>
            <p:ph type="ftr" sz="quarter" idx="11"/>
          </p:nvPr>
        </p:nvSpPr>
        <p:spPr>
          <a:xfrm>
            <a:off x="7622485" y="6304985"/>
            <a:ext cx="2509284" cy="365760"/>
          </a:xfrm>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4929C8F0-DE20-1DBB-6A42-CBFFAE15D7E6}"/>
              </a:ext>
            </a:extLst>
          </p:cNvPr>
          <p:cNvSpPr>
            <a:spLocks noGrp="1"/>
          </p:cNvSpPr>
          <p:nvPr>
            <p:ph type="sldNum" sz="quarter" idx="12"/>
          </p:nvPr>
        </p:nvSpPr>
        <p:spPr>
          <a:xfrm>
            <a:off x="11407526" y="6304985"/>
            <a:ext cx="493776"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365855289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dirty="0"/>
              <a:t>Click to edit Master subtitle style</a:t>
            </a:r>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7DA2CEDE-2AB4-4FB8-9551-E0AA4222B1A3}" type="datetime1">
              <a:rPr lang="en-US" smtClean="0"/>
              <a:t>1/11/2026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r>
              <a:rPr lang="en-US"/>
              <a:t>Sample Footer Text</a:t>
            </a:r>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5E0677F5-4A8A-4BF1-96BE-3BAE8FBAFE2E}" type="slidenum">
              <a:rPr lang="en-US" smtClean="0"/>
              <a:pPr/>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userDrawn="1"/>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23302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1A723D2-7AAD-C321-CBD6-371714EC1095}"/>
              </a:ext>
            </a:extLst>
          </p:cNvPr>
          <p:cNvSpPr/>
          <p:nvPr/>
        </p:nvSpPr>
        <p:spPr>
          <a:xfrm>
            <a:off x="0" y="-1"/>
            <a:ext cx="12192000" cy="6858000"/>
          </a:xfrm>
          <a:prstGeom prst="rect">
            <a:avLst/>
          </a:prstGeom>
          <a:gradFill flip="none" rotWithShape="1">
            <a:gsLst>
              <a:gs pos="70000">
                <a:schemeClr val="bg2"/>
              </a:gs>
              <a:gs pos="1149">
                <a:schemeClr val="accent3">
                  <a:lumMod val="50000"/>
                </a:schemeClr>
              </a:gs>
              <a:gs pos="33000">
                <a:schemeClr val="accent2">
                  <a:lumMod val="50000"/>
                </a:schemeClr>
              </a:gs>
            </a:gsLst>
            <a:path path="circle">
              <a:fillToRect t="100000" r="100000"/>
            </a:path>
            <a:tileRect l="-100000" b="-100000"/>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Neue Haas Grotesk Text Pro"/>
              <a:ea typeface="+mn-ea"/>
              <a:cs typeface="+mn-cs"/>
            </a:endParaRPr>
          </a:p>
        </p:txBody>
      </p:sp>
      <p:sp>
        <p:nvSpPr>
          <p:cNvPr id="5" name="Rectangle 4">
            <a:extLst>
              <a:ext uri="{FF2B5EF4-FFF2-40B4-BE49-F238E27FC236}">
                <a16:creationId xmlns:a16="http://schemas.microsoft.com/office/drawing/2014/main" id="{0854A4F1-E6B3-0BD8-2214-FC728BA0524F}"/>
              </a:ext>
            </a:extLst>
          </p:cNvPr>
          <p:cNvSpPr/>
          <p:nvPr/>
        </p:nvSpPr>
        <p:spPr>
          <a:xfrm rot="5400000">
            <a:off x="4604446" y="-729554"/>
            <a:ext cx="4537587" cy="10637521"/>
          </a:xfrm>
          <a:prstGeom prst="rect">
            <a:avLst/>
          </a:prstGeom>
          <a:gradFill flip="none" rotWithShape="1">
            <a:gsLst>
              <a:gs pos="65000">
                <a:schemeClr val="tx1">
                  <a:alpha val="0"/>
                </a:schemeClr>
              </a:gs>
              <a:gs pos="0">
                <a:schemeClr val="accent3">
                  <a:lumMod val="60000"/>
                  <a:lumOff val="40000"/>
                  <a:alpha val="70000"/>
                </a:schemeClr>
              </a:gs>
              <a:gs pos="32000">
                <a:schemeClr val="accent4">
                  <a:alpha val="0"/>
                </a:schemeClr>
              </a:gs>
            </a:gsLst>
            <a:lin ang="9600000" scaled="0"/>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Neue Haas Grotesk Text Pro"/>
              <a:ea typeface="+mn-ea"/>
              <a:cs typeface="+mn-cs"/>
            </a:endParaRPr>
          </a:p>
        </p:txBody>
      </p:sp>
      <p:sp>
        <p:nvSpPr>
          <p:cNvPr id="12" name="Title 11">
            <a:extLst>
              <a:ext uri="{FF2B5EF4-FFF2-40B4-BE49-F238E27FC236}">
                <a16:creationId xmlns:a16="http://schemas.microsoft.com/office/drawing/2014/main" id="{4B18168D-C992-4156-FB48-F867F260F21D}"/>
              </a:ext>
            </a:extLst>
          </p:cNvPr>
          <p:cNvSpPr>
            <a:spLocks noGrp="1"/>
          </p:cNvSpPr>
          <p:nvPr>
            <p:ph type="title"/>
          </p:nvPr>
        </p:nvSpPr>
        <p:spPr>
          <a:xfrm>
            <a:off x="270456" y="1133862"/>
            <a:ext cx="8346853" cy="3537889"/>
          </a:xfrm>
        </p:spPr>
        <p:txBody>
          <a:bodyPr anchor="t"/>
          <a:lstStyle>
            <a:lvl1pPr>
              <a:defRPr sz="5000"/>
            </a:lvl1pPr>
          </a:lstStyle>
          <a:p>
            <a:r>
              <a:rPr lang="en-US"/>
              <a:t>Click to edit Master title style</a:t>
            </a:r>
          </a:p>
        </p:txBody>
      </p:sp>
      <p:sp>
        <p:nvSpPr>
          <p:cNvPr id="14" name="Subtitle 2">
            <a:extLst>
              <a:ext uri="{FF2B5EF4-FFF2-40B4-BE49-F238E27FC236}">
                <a16:creationId xmlns:a16="http://schemas.microsoft.com/office/drawing/2014/main" id="{701A87CE-1AFE-0182-C6D3-084296E48E91}"/>
              </a:ext>
            </a:extLst>
          </p:cNvPr>
          <p:cNvSpPr>
            <a:spLocks noGrp="1"/>
          </p:cNvSpPr>
          <p:nvPr>
            <p:ph type="subTitle" idx="1"/>
          </p:nvPr>
        </p:nvSpPr>
        <p:spPr>
          <a:xfrm>
            <a:off x="301751" y="5525725"/>
            <a:ext cx="6052929" cy="884901"/>
          </a:xfrm>
          <a:noFill/>
        </p:spPr>
        <p:txBody>
          <a:bodyPr vert="horz" lIns="91440" tIns="45720" rIns="91440" bIns="45720" rtlCol="0" anchor="t">
            <a:noAutofit/>
          </a:bodyPr>
          <a:lstStyle>
            <a:lvl1pPr marL="0" indent="0">
              <a:buNone/>
              <a:defRPr lang="en-US" sz="1800" dirty="0"/>
            </a:lvl1pPr>
          </a:lstStyle>
          <a:p>
            <a:pPr lvl="0"/>
            <a:r>
              <a:rPr lang="en-US" dirty="0"/>
              <a:t>Click to edit Master subtitle style</a:t>
            </a:r>
          </a:p>
        </p:txBody>
      </p:sp>
      <p:sp>
        <p:nvSpPr>
          <p:cNvPr id="7" name="Date Placeholder 6">
            <a:extLst>
              <a:ext uri="{FF2B5EF4-FFF2-40B4-BE49-F238E27FC236}">
                <a16:creationId xmlns:a16="http://schemas.microsoft.com/office/drawing/2014/main" id="{5EAFA23F-C567-5858-AF7D-C37EC8657A25}"/>
              </a:ext>
            </a:extLst>
          </p:cNvPr>
          <p:cNvSpPr>
            <a:spLocks noGrp="1"/>
          </p:cNvSpPr>
          <p:nvPr>
            <p:ph type="dt" sz="half" idx="10"/>
          </p:nvPr>
        </p:nvSpPr>
        <p:spPr/>
        <p:txBody>
          <a:bodyPr/>
          <a:lstStyle/>
          <a:p>
            <a:fld id="{7DA2CEDE-2AB4-4FB8-9551-E0AA4222B1A3}" type="datetime1">
              <a:rPr lang="en-US" smtClean="0"/>
              <a:t>1/11/2026</a:t>
            </a:fld>
            <a:endParaRPr lang="en-US"/>
          </a:p>
        </p:txBody>
      </p:sp>
      <p:sp>
        <p:nvSpPr>
          <p:cNvPr id="8" name="Footer Placeholder 7">
            <a:extLst>
              <a:ext uri="{FF2B5EF4-FFF2-40B4-BE49-F238E27FC236}">
                <a16:creationId xmlns:a16="http://schemas.microsoft.com/office/drawing/2014/main" id="{8EFB4A31-4D88-6836-9F3A-5E23FC9DE7FB}"/>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3C38715-2A76-D075-B90E-D24A263D8DA5}"/>
              </a:ext>
            </a:extLst>
          </p:cNvPr>
          <p:cNvSpPr>
            <a:spLocks noGrp="1"/>
          </p:cNvSpPr>
          <p:nvPr>
            <p:ph type="sldNum" sz="quarter" idx="12"/>
          </p:nvPr>
        </p:nvSpPr>
        <p:spPr/>
        <p:txBody>
          <a:bodyPr/>
          <a:lstStyle/>
          <a:p>
            <a:fld id="{5E0677F5-4A8A-4BF1-96BE-3BAE8FBAFE2E}" type="slidenum">
              <a:rPr lang="en-US" smtClean="0"/>
              <a:pPr/>
              <a:t>‹#›</a:t>
            </a:fld>
            <a:endParaRPr lang="en-US"/>
          </a:p>
        </p:txBody>
      </p:sp>
      <p:cxnSp>
        <p:nvCxnSpPr>
          <p:cNvPr id="6" name="Straight Connector 5">
            <a:extLst>
              <a:ext uri="{FF2B5EF4-FFF2-40B4-BE49-F238E27FC236}">
                <a16:creationId xmlns:a16="http://schemas.microsoft.com/office/drawing/2014/main" id="{3D6702AA-E129-137F-060D-8DD37BC99937}"/>
              </a:ext>
            </a:extLst>
          </p:cNvPr>
          <p:cNvCxnSpPr>
            <a:cxnSpLocks/>
          </p:cNvCxnSpPr>
          <p:nvPr/>
        </p:nvCxnSpPr>
        <p:spPr>
          <a:xfrm flipH="1">
            <a:off x="358140" y="762000"/>
            <a:ext cx="11475720" cy="0"/>
          </a:xfrm>
          <a:prstGeom prst="line">
            <a:avLst/>
          </a:prstGeom>
          <a:ln w="6350">
            <a:solidFill>
              <a:schemeClr val="tx1">
                <a:lumMod val="65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0FD9841-58FA-E828-27A6-DBFBFA5C0854}"/>
              </a:ext>
            </a:extLst>
          </p:cNvPr>
          <p:cNvCxnSpPr>
            <a:cxnSpLocks/>
          </p:cNvCxnSpPr>
          <p:nvPr/>
        </p:nvCxnSpPr>
        <p:spPr>
          <a:xfrm flipH="1">
            <a:off x="394716" y="5250426"/>
            <a:ext cx="11402568" cy="0"/>
          </a:xfrm>
          <a:prstGeom prst="line">
            <a:avLst/>
          </a:prstGeom>
          <a:ln w="6350">
            <a:solidFill>
              <a:schemeClr val="tx1">
                <a:lumMod val="7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892074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7DA2CEDE-2AB4-4FB8-9551-E0AA4222B1A3}" type="datetime1">
              <a:rPr lang="en-US" smtClean="0"/>
              <a:t>1/11/2026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4058427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Section Header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16200000" flipH="1">
            <a:off x="-367223" y="363046"/>
            <a:ext cx="6866356" cy="6131909"/>
          </a:xfrm>
          <a:prstGeom prst="rect">
            <a:avLst/>
          </a:prstGeom>
          <a:gradFill>
            <a:gsLst>
              <a:gs pos="0">
                <a:schemeClr val="accent1">
                  <a:lumMod val="75000"/>
                </a:schemeClr>
              </a:gs>
              <a:gs pos="69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16200000">
            <a:off x="-2106733" y="2106735"/>
            <a:ext cx="6858000" cy="2644533"/>
          </a:xfrm>
          <a:prstGeom prst="rect">
            <a:avLst/>
          </a:prstGeom>
          <a:gradFill>
            <a:gsLst>
              <a:gs pos="0">
                <a:schemeClr val="accent3">
                  <a:lumMod val="60000"/>
                  <a:lumOff val="40000"/>
                  <a:alpha val="72000"/>
                </a:schemeClr>
              </a:gs>
              <a:gs pos="49000">
                <a:schemeClr val="bg2">
                  <a:alpha val="0"/>
                </a:schemeClr>
              </a:gs>
            </a:gsLst>
            <a:lin ang="58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DF922070-FC98-090C-2EE5-E880AEA09D1B}"/>
              </a:ext>
            </a:extLst>
          </p:cNvPr>
          <p:cNvSpPr/>
          <p:nvPr/>
        </p:nvSpPr>
        <p:spPr>
          <a:xfrm flipH="1" flipV="1">
            <a:off x="0" y="2200164"/>
            <a:ext cx="12192000" cy="4657836"/>
          </a:xfrm>
          <a:prstGeom prst="rect">
            <a:avLst/>
          </a:prstGeom>
          <a:gradFill>
            <a:gsLst>
              <a:gs pos="0">
                <a:schemeClr val="accent2"/>
              </a:gs>
              <a:gs pos="52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274320" y="1079500"/>
            <a:ext cx="9867900" cy="5514953"/>
          </a:xfrm>
        </p:spPr>
        <p:txBody>
          <a:bodyPr anchor="b">
            <a:normAutofit/>
          </a:bodyPr>
          <a:lstStyle>
            <a:lvl1pPr>
              <a:defRPr sz="72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BFF27D51-28B8-B2E3-D66E-632D6F01E601}"/>
              </a:ext>
            </a:extLst>
          </p:cNvPr>
          <p:cNvSpPr>
            <a:spLocks noGrp="1"/>
          </p:cNvSpPr>
          <p:nvPr>
            <p:ph type="dt" sz="half" idx="10"/>
          </p:nvPr>
        </p:nvSpPr>
        <p:spPr/>
        <p:txBody>
          <a:bodyPr/>
          <a:lstStyle/>
          <a:p>
            <a:fld id="{7DA2CEDE-2AB4-4FB8-9551-E0AA4222B1A3}" type="datetime1">
              <a:rPr lang="en-US" smtClean="0"/>
              <a:t>1/11/2026</a:t>
            </a:fld>
            <a:endParaRPr lang="en-US"/>
          </a:p>
        </p:txBody>
      </p:sp>
      <p:sp>
        <p:nvSpPr>
          <p:cNvPr id="4" name="Footer Placeholder 3">
            <a:extLst>
              <a:ext uri="{FF2B5EF4-FFF2-40B4-BE49-F238E27FC236}">
                <a16:creationId xmlns:a16="http://schemas.microsoft.com/office/drawing/2014/main" id="{411DCFE3-286D-146F-718D-4D8F709FB8DE}"/>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C65F9152-3DAD-AB36-D2B3-9A4DBF0AA786}"/>
              </a:ext>
            </a:extLst>
          </p:cNvPr>
          <p:cNvSpPr>
            <a:spLocks noGrp="1"/>
          </p:cNvSpPr>
          <p:nvPr>
            <p:ph type="sldNum" sz="quarter" idx="12"/>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31129448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dirty="0"/>
              <a:t>Click to edit Master title style</a:t>
            </a:r>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7DA2CEDE-2AB4-4FB8-9551-E0AA4222B1A3}" type="datetime1">
              <a:rPr lang="en-US" smtClean="0"/>
              <a:t>1/11/2026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r>
              <a:rPr lang="en-US"/>
              <a:t>Sample Footer Text</a:t>
            </a:r>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15569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191826-CFE4-1D6E-85E2-32EE006A5C5D}"/>
              </a:ext>
            </a:extLst>
          </p:cNvPr>
          <p:cNvSpPr/>
          <p:nvPr/>
        </p:nvSpPr>
        <p:spPr>
          <a:xfrm flipH="1">
            <a:off x="0" y="0"/>
            <a:ext cx="12192000" cy="6857996"/>
          </a:xfrm>
          <a:prstGeom prst="rect">
            <a:avLst/>
          </a:prstGeom>
          <a:gradFill flip="none" rotWithShape="1">
            <a:gsLst>
              <a:gs pos="93000">
                <a:schemeClr val="tx2"/>
              </a:gs>
              <a:gs pos="75000">
                <a:schemeClr val="accent1">
                  <a:alpha val="94000"/>
                </a:schemeClr>
              </a:gs>
              <a:gs pos="39000">
                <a:schemeClr val="accent4">
                  <a:lumMod val="50000"/>
                  <a:alpha val="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1DDCB74-BBA4-B75C-2781-A574716A3DE4}"/>
              </a:ext>
            </a:extLst>
          </p:cNvPr>
          <p:cNvSpPr/>
          <p:nvPr/>
        </p:nvSpPr>
        <p:spPr>
          <a:xfrm>
            <a:off x="0" y="-5"/>
            <a:ext cx="7958884" cy="5425439"/>
          </a:xfrm>
          <a:prstGeom prst="rect">
            <a:avLst/>
          </a:prstGeom>
          <a:gradFill flip="none" rotWithShape="1">
            <a:gsLst>
              <a:gs pos="6000">
                <a:schemeClr val="accent4">
                  <a:lumMod val="50000"/>
                </a:schemeClr>
              </a:gs>
              <a:gs pos="51000">
                <a:schemeClr val="accent6">
                  <a:lumMod val="75000"/>
                  <a:alpha val="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E4A60CA-D100-CFE6-62AC-013A201FBB9F}"/>
              </a:ext>
            </a:extLst>
          </p:cNvPr>
          <p:cNvSpPr/>
          <p:nvPr/>
        </p:nvSpPr>
        <p:spPr>
          <a:xfrm rot="5400000">
            <a:off x="1660810" y="-1660814"/>
            <a:ext cx="6858000" cy="10179620"/>
          </a:xfrm>
          <a:prstGeom prst="rect">
            <a:avLst/>
          </a:prstGeom>
          <a:gradFill flip="none" rotWithShape="1">
            <a:gsLst>
              <a:gs pos="6000">
                <a:schemeClr val="accent3">
                  <a:lumMod val="60000"/>
                  <a:lumOff val="40000"/>
                  <a:alpha val="50000"/>
                </a:schemeClr>
              </a:gs>
              <a:gs pos="72989">
                <a:schemeClr val="bg2">
                  <a:alpha val="0"/>
                </a:schemeClr>
              </a:gs>
              <a:gs pos="37000">
                <a:schemeClr val="accent2">
                  <a:lumMod val="75000"/>
                  <a:alpha val="800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itle 4">
            <a:extLst>
              <a:ext uri="{FF2B5EF4-FFF2-40B4-BE49-F238E27FC236}">
                <a16:creationId xmlns:a16="http://schemas.microsoft.com/office/drawing/2014/main" id="{22C61630-0AC6-F4D9-545E-38A32C69F3CA}"/>
              </a:ext>
            </a:extLst>
          </p:cNvPr>
          <p:cNvSpPr>
            <a:spLocks noGrp="1"/>
          </p:cNvSpPr>
          <p:nvPr>
            <p:ph type="title"/>
          </p:nvPr>
        </p:nvSpPr>
        <p:spPr>
          <a:xfrm>
            <a:off x="274320" y="1148579"/>
            <a:ext cx="4724400" cy="2811649"/>
          </a:xfrm>
        </p:spPr>
        <p:txBody>
          <a:bodyPr anchor="t"/>
          <a:lstStyle>
            <a:lvl1pPr>
              <a:defRPr sz="5000"/>
            </a:lvl1pPr>
          </a:lstStyle>
          <a:p>
            <a:r>
              <a:rPr lang="en-US"/>
              <a:t>Click to edit Master title style</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2375" y="210114"/>
            <a:ext cx="1884796" cy="365760"/>
          </a:xfrm>
        </p:spPr>
        <p:txBody>
          <a:bodyPr/>
          <a:lstStyle/>
          <a:p>
            <a:fld id="{C2A0816E-BD5C-478F-AB95-6BE098266DF3}" type="datetime1">
              <a:rPr lang="en-US" smtClean="0"/>
              <a:t>1/11/2026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81323" y="210114"/>
            <a:ext cx="2509284" cy="365760"/>
          </a:xfrm>
        </p:spPr>
        <p:txBody>
          <a:bodyPr/>
          <a:lstStyle>
            <a:lvl1pPr>
              <a:defRPr>
                <a:solidFill>
                  <a:schemeClr val="tx1"/>
                </a:solidFill>
              </a:defRPr>
            </a:lvl1pPr>
          </a:lstStyle>
          <a:p>
            <a:r>
              <a:rPr lang="en-US"/>
              <a:t>Sample Footer Text</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1322" y="1148580"/>
            <a:ext cx="4986777" cy="4606762"/>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53263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dirty="0"/>
              <a:t>Click to edit Master title style</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75515BC3-2A9C-497B-B82C-246EEDDDF89C}" type="datetime1">
              <a:rPr lang="en-US" smtClean="0"/>
              <a:t>1/11/2026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r>
              <a:rPr lang="en-US"/>
              <a:t>Sample Footer Text</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4280861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EF5A46-889B-82F0-E6A3-B308E2DCC951}"/>
              </a:ext>
            </a:extLst>
          </p:cNvPr>
          <p:cNvSpPr/>
          <p:nvPr/>
        </p:nvSpPr>
        <p:spPr>
          <a:xfrm rot="5400000" flipH="1" flipV="1">
            <a:off x="5012872" y="-5012874"/>
            <a:ext cx="2166257" cy="12192001"/>
          </a:xfrm>
          <a:prstGeom prst="rect">
            <a:avLst/>
          </a:prstGeom>
          <a:gradFill flip="none" rotWithShape="1">
            <a:gsLst>
              <a:gs pos="0">
                <a:schemeClr val="accent3">
                  <a:lumMod val="60000"/>
                  <a:lumOff val="40000"/>
                </a:schemeClr>
              </a:gs>
              <a:gs pos="61000">
                <a:schemeClr val="bg2">
                  <a:alpha val="0"/>
                </a:schemeClr>
              </a:gs>
            </a:gsLst>
            <a:lin ang="11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70E27D4F-6E85-4618-7F98-5F4B945ACFE4}"/>
              </a:ext>
            </a:extLst>
          </p:cNvPr>
          <p:cNvSpPr/>
          <p:nvPr/>
        </p:nvSpPr>
        <p:spPr>
          <a:xfrm rot="10800000" flipH="1" flipV="1">
            <a:off x="4836601" y="0"/>
            <a:ext cx="7355399" cy="6858000"/>
          </a:xfrm>
          <a:prstGeom prst="rect">
            <a:avLst/>
          </a:prstGeom>
          <a:gradFill flip="none" rotWithShape="1">
            <a:gsLst>
              <a:gs pos="44000">
                <a:schemeClr val="accent2">
                  <a:alpha val="28000"/>
                </a:schemeClr>
              </a:gs>
              <a:gs pos="0">
                <a:schemeClr val="accent1"/>
              </a:gs>
              <a:gs pos="75000">
                <a:schemeClr val="bg2">
                  <a:alpha val="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70C6460E-7477-249C-CA29-89DD19B3F5CB}"/>
              </a:ext>
            </a:extLst>
          </p:cNvPr>
          <p:cNvSpPr/>
          <p:nvPr/>
        </p:nvSpPr>
        <p:spPr>
          <a:xfrm rot="10800000" flipH="1" flipV="1">
            <a:off x="6749143" y="1763485"/>
            <a:ext cx="5442857" cy="5094514"/>
          </a:xfrm>
          <a:prstGeom prst="rect">
            <a:avLst/>
          </a:prstGeom>
          <a:gradFill flip="none" rotWithShape="1">
            <a:gsLst>
              <a:gs pos="0">
                <a:schemeClr val="accent5">
                  <a:lumMod val="60000"/>
                  <a:lumOff val="40000"/>
                </a:schemeClr>
              </a:gs>
              <a:gs pos="52000">
                <a:schemeClr val="accent4">
                  <a:lumMod val="5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990595"/>
            <a:ext cx="5811178" cy="3043682"/>
          </a:xfrm>
        </p:spPr>
        <p:txBody>
          <a:bodyPr anchor="b">
            <a:normAutofit/>
          </a:bodyPr>
          <a:lstStyle>
            <a:lvl1pPr>
              <a:defRPr sz="4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CDEAC1E-5504-4723-BE4B-1DE8B305AF62}" type="datetime1">
              <a:rPr lang="en-US" smtClean="0"/>
              <a:t>1/11/2026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4167941"/>
            <a:ext cx="5811177" cy="181722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24301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37BF44-E096-ADC8-0C23-BA7E19E66787}"/>
              </a:ext>
            </a:extLst>
          </p:cNvPr>
          <p:cNvSpPr/>
          <p:nvPr/>
        </p:nvSpPr>
        <p:spPr>
          <a:xfrm rot="10800000" flipV="1">
            <a:off x="3342" y="0"/>
            <a:ext cx="5334001" cy="6858000"/>
          </a:xfrm>
          <a:prstGeom prst="rect">
            <a:avLst/>
          </a:prstGeom>
          <a:gradFill flip="none" rotWithShape="1">
            <a:gsLst>
              <a:gs pos="52000">
                <a:schemeClr val="accent2">
                  <a:alpha val="28000"/>
                </a:schemeClr>
              </a:gs>
              <a:gs pos="0">
                <a:schemeClr val="accent1"/>
              </a:gs>
              <a:gs pos="78000">
                <a:schemeClr val="bg2">
                  <a:alpha val="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E503D519-17B6-1CCD-DA98-45A0B88A04E8}"/>
              </a:ext>
            </a:extLst>
          </p:cNvPr>
          <p:cNvSpPr/>
          <p:nvPr/>
        </p:nvSpPr>
        <p:spPr>
          <a:xfrm rot="10800000" flipV="1">
            <a:off x="-2" y="1448661"/>
            <a:ext cx="7828909" cy="5409338"/>
          </a:xfrm>
          <a:prstGeom prst="rect">
            <a:avLst/>
          </a:prstGeom>
          <a:gradFill flip="none" rotWithShape="1">
            <a:gsLst>
              <a:gs pos="0">
                <a:schemeClr val="accent3">
                  <a:lumMod val="60000"/>
                  <a:lumOff val="40000"/>
                </a:schemeClr>
              </a:gs>
              <a:gs pos="52000">
                <a:schemeClr val="accent4">
                  <a:lumMod val="5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738353"/>
            <a:ext cx="2907231" cy="2501900"/>
          </a:xfrm>
        </p:spPr>
        <p:txBody>
          <a:bodyPr anchor="t">
            <a:normAutofit/>
          </a:bodyPr>
          <a:lstStyle>
            <a:lvl1pPr>
              <a:defRPr sz="2800">
                <a:solidFill>
                  <a:schemeClr val="tx1"/>
                </a:solidFill>
              </a:defRPr>
            </a:lvl1pPr>
          </a:lstStyle>
          <a:p>
            <a:r>
              <a:rPr lang="en-US"/>
              <a:t>Click to edit Master title style</a:t>
            </a:r>
          </a:p>
        </p:txBody>
      </p:sp>
      <p:sp>
        <p:nvSpPr>
          <p:cNvPr id="13" name="Date Placeholder 12">
            <a:extLst>
              <a:ext uri="{FF2B5EF4-FFF2-40B4-BE49-F238E27FC236}">
                <a16:creationId xmlns:a16="http://schemas.microsoft.com/office/drawing/2014/main" id="{36A82C16-EB1A-4294-103B-715F071E5A35}"/>
              </a:ext>
            </a:extLst>
          </p:cNvPr>
          <p:cNvSpPr>
            <a:spLocks noGrp="1"/>
          </p:cNvSpPr>
          <p:nvPr>
            <p:ph type="dt" sz="half" idx="14"/>
          </p:nvPr>
        </p:nvSpPr>
        <p:spPr/>
        <p:txBody>
          <a:bodyPr/>
          <a:lstStyle/>
          <a:p>
            <a:fld id="{8E6582D0-CC23-4B30-B5F7-0EC0E82226EA}" type="datetime1">
              <a:rPr lang="en-US" smtClean="0"/>
              <a:t>1/11/2026</a:t>
            </a:fld>
            <a:endParaRPr lang="en-US"/>
          </a:p>
        </p:txBody>
      </p:sp>
      <p:sp>
        <p:nvSpPr>
          <p:cNvPr id="14" name="Footer Placeholder 13">
            <a:extLst>
              <a:ext uri="{FF2B5EF4-FFF2-40B4-BE49-F238E27FC236}">
                <a16:creationId xmlns:a16="http://schemas.microsoft.com/office/drawing/2014/main" id="{F09CF825-511F-35F8-E0EC-636033ED43EE}"/>
              </a:ext>
            </a:extLst>
          </p:cNvPr>
          <p:cNvSpPr>
            <a:spLocks noGrp="1"/>
          </p:cNvSpPr>
          <p:nvPr>
            <p:ph type="ftr" sz="quarter" idx="15"/>
          </p:nvPr>
        </p:nvSpPr>
        <p:spPr/>
        <p:txBody>
          <a:bodyPr/>
          <a:lstStyle/>
          <a:p>
            <a:r>
              <a:rPr lang="en-US"/>
              <a:t>Sample Footer Text</a:t>
            </a:r>
          </a:p>
        </p:txBody>
      </p:sp>
      <p:sp>
        <p:nvSpPr>
          <p:cNvPr id="15" name="Slide Number Placeholder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334000" y="1738352"/>
            <a:ext cx="4797769" cy="3787377"/>
          </a:xfrm>
        </p:spPr>
        <p:txBody>
          <a:bodyPr vert="horz" lIns="91440" tIns="45720" rIns="73152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7588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7DA2CEDE-2AB4-4FB8-9551-E0AA4222B1A3}" type="datetime1">
              <a:rPr lang="en-US" smtClean="0"/>
              <a:t>1/11/2026</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56481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925286"/>
            <a:ext cx="6177587" cy="1635723"/>
          </a:xfrm>
        </p:spPr>
        <p:txBody>
          <a:bodyPr anchor="b">
            <a:norm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73F7B4F8-3C61-0936-7251-8633EE5F2C1B}"/>
              </a:ext>
            </a:extLst>
          </p:cNvPr>
          <p:cNvSpPr>
            <a:spLocks noGrp="1"/>
          </p:cNvSpPr>
          <p:nvPr>
            <p:ph type="dt" sz="half" idx="14"/>
          </p:nvPr>
        </p:nvSpPr>
        <p:spPr/>
        <p:txBody>
          <a:bodyPr/>
          <a:lstStyle/>
          <a:p>
            <a:fld id="{7DA2CEDE-2AB4-4FB8-9551-E0AA4222B1A3}" type="datetime1">
              <a:rPr lang="en-US" smtClean="0"/>
              <a:t>1/11/2026</a:t>
            </a:fld>
            <a:endParaRPr lang="en-US"/>
          </a:p>
        </p:txBody>
      </p:sp>
      <p:sp>
        <p:nvSpPr>
          <p:cNvPr id="5" name="Footer Placeholder 4">
            <a:extLst>
              <a:ext uri="{FF2B5EF4-FFF2-40B4-BE49-F238E27FC236}">
                <a16:creationId xmlns:a16="http://schemas.microsoft.com/office/drawing/2014/main" id="{26DA624A-E1F8-4C9A-205B-0A6EA83A187B}"/>
              </a:ext>
            </a:extLst>
          </p:cNvPr>
          <p:cNvSpPr>
            <a:spLocks noGrp="1"/>
          </p:cNvSpPr>
          <p:nvPr>
            <p:ph type="ftr" sz="quarter" idx="15"/>
          </p:nvPr>
        </p:nvSpPr>
        <p:spPr/>
        <p:txBody>
          <a:bodyPr/>
          <a:lstStyle/>
          <a:p>
            <a:r>
              <a:rPr lang="en-US"/>
              <a:t>Sample Footer Text</a:t>
            </a:r>
          </a:p>
        </p:txBody>
      </p:sp>
      <p:sp>
        <p:nvSpPr>
          <p:cNvPr id="11" name="Slide Number Placeholder 10">
            <a:extLst>
              <a:ext uri="{FF2B5EF4-FFF2-40B4-BE49-F238E27FC236}">
                <a16:creationId xmlns:a16="http://schemas.microsoft.com/office/drawing/2014/main" id="{11848B1D-AC89-3F75-720C-6A1E8C8E7AAF}"/>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017520"/>
            <a:ext cx="7680960" cy="34747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8F51E206-ED3F-B360-C610-1197186BA59A}"/>
              </a:ext>
            </a:extLst>
          </p:cNvPr>
          <p:cNvSpPr/>
          <p:nvPr/>
        </p:nvSpPr>
        <p:spPr>
          <a:xfrm rot="16200000" flipV="1">
            <a:off x="7683337" y="2349337"/>
            <a:ext cx="6858000" cy="2159326"/>
          </a:xfrm>
          <a:prstGeom prst="rect">
            <a:avLst/>
          </a:prstGeom>
          <a:gradFill>
            <a:gsLst>
              <a:gs pos="0">
                <a:schemeClr val="accent3"/>
              </a:gs>
              <a:gs pos="48000">
                <a:schemeClr val="bg2">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9">
            <a:extLst>
              <a:ext uri="{FF2B5EF4-FFF2-40B4-BE49-F238E27FC236}">
                <a16:creationId xmlns:a16="http://schemas.microsoft.com/office/drawing/2014/main" id="{4D874C02-925E-C0AE-1F22-882A90A64E54}"/>
              </a:ext>
            </a:extLst>
          </p:cNvPr>
          <p:cNvSpPr/>
          <p:nvPr/>
        </p:nvSpPr>
        <p:spPr>
          <a:xfrm rot="10800000" flipH="1" flipV="1">
            <a:off x="7849486" y="0"/>
            <a:ext cx="4342514" cy="6858000"/>
          </a:xfrm>
          <a:prstGeom prst="rect">
            <a:avLst/>
          </a:prstGeom>
          <a:gradFill flip="none" rotWithShape="1">
            <a:gsLst>
              <a:gs pos="29000">
                <a:schemeClr val="accent2">
                  <a:alpha val="28000"/>
                </a:schemeClr>
              </a:gs>
              <a:gs pos="5000">
                <a:schemeClr val="accent1">
                  <a:alpha val="63000"/>
                </a:schemeClr>
              </a:gs>
              <a:gs pos="66000">
                <a:schemeClr val="bg2">
                  <a:alpha val="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Tree>
    <p:extLst>
      <p:ext uri="{BB962C8B-B14F-4D97-AF65-F5344CB8AC3E}">
        <p14:creationId xmlns:p14="http://schemas.microsoft.com/office/powerpoint/2010/main" val="35067437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6">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C3E08220-0958-4EB6-84AC-FBA5654D4035}" type="datetime1">
              <a:rPr lang="en-US" smtClean="0"/>
              <a:t>1/11/2026</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17984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25717"/>
            <a:ext cx="3144282" cy="2443427"/>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8149B0F-FE5F-465D-BF44-EE1D3847CE00}" type="datetime1">
              <a:rPr lang="en-US" smtClean="0"/>
              <a:t>1/11/2026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0069" y="210114"/>
            <a:ext cx="2664515"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0070" y="1025717"/>
            <a:ext cx="6306086" cy="5335754"/>
          </a:xfrm>
        </p:spPr>
        <p:txBody>
          <a:bodyPr vert="horz" lIns="91440" tIns="45720" rIns="82296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90087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376"/>
            <a:ext cx="9875520" cy="731520"/>
          </a:xfrm>
        </p:spPr>
        <p:txBody>
          <a:bodyPr anchor="b">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7DA9862-2C49-41B4-AD0B-6F93BC6DDDF8}" type="datetime1">
              <a:rPr lang="en-US" smtClean="0"/>
              <a:t>1/11/2026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Rectangle 9">
            <a:extLst>
              <a:ext uri="{FF2B5EF4-FFF2-40B4-BE49-F238E27FC236}">
                <a16:creationId xmlns:a16="http://schemas.microsoft.com/office/drawing/2014/main" id="{67BDEC48-6AF0-A15B-1E5D-9476B32733A4}"/>
              </a:ext>
            </a:extLst>
          </p:cNvPr>
          <p:cNvSpPr/>
          <p:nvPr/>
        </p:nvSpPr>
        <p:spPr>
          <a:xfrm rot="10800000" flipH="1">
            <a:off x="0" y="1700784"/>
            <a:ext cx="12192000" cy="2406798"/>
          </a:xfrm>
          <a:prstGeom prst="rect">
            <a:avLst/>
          </a:prstGeom>
          <a:gradFill>
            <a:gsLst>
              <a:gs pos="79000">
                <a:schemeClr val="bg2">
                  <a:alpha val="0"/>
                </a:schemeClr>
              </a:gs>
              <a:gs pos="100000">
                <a:schemeClr val="accent6">
                  <a:alpha val="66000"/>
                </a:schemeClr>
              </a:gs>
            </a:gsLst>
            <a:lin ang="56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6CCDA7C-EB2B-A59A-8F97-263F3FE42D52}"/>
              </a:ext>
            </a:extLst>
          </p:cNvPr>
          <p:cNvSpPr/>
          <p:nvPr/>
        </p:nvSpPr>
        <p:spPr>
          <a:xfrm rot="10800000">
            <a:off x="1159597" y="1700784"/>
            <a:ext cx="11032403" cy="1260888"/>
          </a:xfrm>
          <a:prstGeom prst="rect">
            <a:avLst/>
          </a:prstGeom>
          <a:gradFill flip="none" rotWithShape="1">
            <a:gsLst>
              <a:gs pos="21830">
                <a:schemeClr val="accent1">
                  <a:lumMod val="75000"/>
                  <a:alpha val="35000"/>
                </a:schemeClr>
              </a:gs>
              <a:gs pos="0">
                <a:schemeClr val="accent3">
                  <a:lumMod val="60000"/>
                  <a:lumOff val="40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2011679"/>
            <a:ext cx="1161288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081348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25717"/>
            <a:ext cx="3144282" cy="2443427"/>
          </a:xfrm>
        </p:spPr>
        <p:txBody>
          <a:bodyPr anchor="t">
            <a:normAutofit/>
          </a:bodyPr>
          <a:lstStyle>
            <a:lvl1pPr>
              <a:defRPr sz="28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8149B0F-FE5F-465D-BF44-EE1D3847CE00}" type="datetime1">
              <a:rPr lang="en-US" smtClean="0"/>
              <a:t>1/11/2026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0069" y="210114"/>
            <a:ext cx="2664515"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0070" y="1025717"/>
            <a:ext cx="7420178" cy="5375082"/>
          </a:xfrm>
        </p:spPr>
        <p:txBody>
          <a:bodyPr vert="horz" lIns="91440" tIns="45720" rIns="82296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437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37D881E9-FF16-48A7-B8AA-A17AAAEAD6E1}" type="datetime1">
              <a:rPr lang="en-US" smtClean="0"/>
              <a:t>1/11/2026</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99491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59103" y="952500"/>
            <a:ext cx="3239262" cy="1582882"/>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0"/>
            <a:ext cx="7620000" cy="6858001"/>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381000" y="210114"/>
            <a:ext cx="1413537" cy="365760"/>
          </a:xfrm>
        </p:spPr>
        <p:txBody>
          <a:bodyPr/>
          <a:lstStyle/>
          <a:p>
            <a:fld id="{52D95AE2-CFB9-4B68-957C-4721356B27A9}" type="datetime1">
              <a:rPr lang="en-US" smtClean="0"/>
              <a:t>1/11/2026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8150916" y="210114"/>
            <a:ext cx="2333520"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59103" y="3103929"/>
            <a:ext cx="3239262" cy="3109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A2AF1B15-A912-4D71-3A1C-A97F524B9DE0}"/>
              </a:ext>
            </a:extLst>
          </p:cNvPr>
          <p:cNvCxnSpPr>
            <a:cxnSpLocks/>
          </p:cNvCxnSpPr>
          <p:nvPr/>
        </p:nvCxnSpPr>
        <p:spPr>
          <a:xfrm flipH="1">
            <a:off x="8237415"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68003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862C1B48-5712-40E8-928E-1136C5D12A17}" type="datetime1">
              <a:rPr lang="en-US" smtClean="0"/>
              <a:t>1/11/2026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5E0677F5-4A8A-4BF1-96BE-3BAE8FBAFE2E}"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88655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2BDF39F2-6977-4B14-98E3-4DFE82804B0D}" type="datetime1">
              <a:rPr lang="en-US" smtClean="0"/>
              <a:t>1/11/2026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userDrawn="1"/>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91089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a:off x="0"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1" y="955810"/>
            <a:ext cx="4114799" cy="1244051"/>
          </a:xfr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301752" y="210114"/>
            <a:ext cx="1485900" cy="365760"/>
          </a:xfrm>
        </p:spPr>
        <p:txBody>
          <a:bodyPr/>
          <a:lstStyle/>
          <a:p>
            <a:fld id="{2BDF39F2-6977-4B14-98E3-4DFE82804B0D}" type="datetime1">
              <a:rPr lang="en-US" smtClean="0"/>
              <a:t>1/11/2026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2268722" y="210114"/>
            <a:ext cx="1860464"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a:xfrm>
            <a:off x="4192949" y="210114"/>
            <a:ext cx="605475"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2788920"/>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5232400" y="1"/>
            <a:ext cx="6959600" cy="6858000"/>
          </a:xfrm>
          <a:blipFill>
            <a:blip r:embed="rId2">
              <a:alphaModFix amt="60000"/>
            </a:blip>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F5904EB0-09B1-E4AD-6BEA-66B82835A61F}"/>
              </a:ext>
            </a:extLst>
          </p:cNvPr>
          <p:cNvCxnSpPr>
            <a:cxnSpLocks/>
          </p:cNvCxnSpPr>
          <p:nvPr/>
        </p:nvCxnSpPr>
        <p:spPr>
          <a:xfrm flipH="1">
            <a:off x="395444"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DB01857F-DF9F-2A98-2C2B-889C9BE29432}"/>
              </a:ext>
            </a:extLst>
          </p:cNvPr>
          <p:cNvSpPr/>
          <p:nvPr userDrawn="1"/>
        </p:nvSpPr>
        <p:spPr>
          <a:xfrm>
            <a:off x="0"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19134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62C1B48-5712-40E8-928E-1136C5D12A17}" type="datetime1">
              <a:rPr lang="en-US" smtClean="0"/>
              <a:t>1/11/2026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36615521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3383280"/>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3017520"/>
          </a:xfrm>
          <a:blipFill dpi="0" rotWithShape="1">
            <a:blip r:embed="rId2">
              <a:alphaModFix amt="60000"/>
            </a:blip>
            <a:srcRect/>
            <a:stretch>
              <a:fillRect b="-29122"/>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3383280"/>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862C1B48-5712-40E8-928E-1136C5D12A17}" type="datetime1">
              <a:rPr lang="en-US" smtClean="0"/>
              <a:t>1/11/2026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5E0677F5-4A8A-4BF1-96BE-3BAE8FBAFE2E}"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78029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23EC03A-74B3-46B6-A70D-0B367EABDC7F}" type="datetime1">
              <a:rPr lang="en-US" smtClean="0"/>
              <a:t>1/11/2026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userDrawn="1"/>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38947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D6F66A7C-2450-4D43-AEC7-53AFAE9E8A03}" type="datetime1">
              <a:rPr lang="en-US" smtClean="0"/>
              <a:t>1/11/2026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4433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341" y="1005840"/>
            <a:ext cx="5098676" cy="885847"/>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 y="0"/>
            <a:ext cx="5627801" cy="6858001"/>
          </a:xfrm>
          <a:blipFill>
            <a:blip r:embed="rId2">
              <a:alphaModFix amt="60000"/>
            </a:blip>
            <a:stretch>
              <a:fillRect/>
            </a:stretch>
          </a:blipFill>
        </p:spPr>
        <p:txBody>
          <a:bodyPr/>
          <a:lstStyle>
            <a:lvl1pPr>
              <a:defRPr/>
            </a:lvl1pPr>
          </a:lstStyle>
          <a:p>
            <a:r>
              <a:rPr lang="en-US" dirty="0"/>
              <a:t>   </a:t>
            </a:r>
          </a:p>
        </p:txBody>
      </p:sp>
      <p:sp>
        <p:nvSpPr>
          <p:cNvPr id="3" name="Date Placeholder 2">
            <a:extLst>
              <a:ext uri="{FF2B5EF4-FFF2-40B4-BE49-F238E27FC236}">
                <a16:creationId xmlns:a16="http://schemas.microsoft.com/office/drawing/2014/main" id="{8C8F33F2-F4BB-B275-F273-C808EF0E4C3F}"/>
              </a:ext>
            </a:extLst>
          </p:cNvPr>
          <p:cNvSpPr>
            <a:spLocks noGrp="1"/>
          </p:cNvSpPr>
          <p:nvPr>
            <p:ph type="dt" sz="half" idx="16"/>
          </p:nvPr>
        </p:nvSpPr>
        <p:spPr/>
        <p:txBody>
          <a:bodyPr/>
          <a:lstStyle/>
          <a:p>
            <a:fld id="{7DA2CEDE-2AB4-4FB8-9551-E0AA4222B1A3}" type="datetime1">
              <a:rPr lang="en-US" smtClean="0"/>
              <a:t>1/11/2026</a:t>
            </a:fld>
            <a:endParaRPr lang="en-US"/>
          </a:p>
        </p:txBody>
      </p:sp>
      <p:sp>
        <p:nvSpPr>
          <p:cNvPr id="7" name="Footer Placeholder 6">
            <a:extLst>
              <a:ext uri="{FF2B5EF4-FFF2-40B4-BE49-F238E27FC236}">
                <a16:creationId xmlns:a16="http://schemas.microsoft.com/office/drawing/2014/main" id="{13F4D515-6DB5-140D-B839-CB332F27BDD7}"/>
              </a:ext>
            </a:extLst>
          </p:cNvPr>
          <p:cNvSpPr>
            <a:spLocks noGrp="1"/>
          </p:cNvSpPr>
          <p:nvPr>
            <p:ph type="ftr" sz="quarter" idx="17"/>
          </p:nvPr>
        </p:nvSpPr>
        <p:spPr>
          <a:xfrm>
            <a:off x="6146341"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6C24E981-2AEE-AD42-76FB-6003D79DAE8C}"/>
              </a:ext>
            </a:extLst>
          </p:cNvPr>
          <p:cNvSpPr>
            <a:spLocks noGrp="1"/>
          </p:cNvSpPr>
          <p:nvPr>
            <p:ph type="sldNum" sz="quarter" idx="18"/>
          </p:nvPr>
        </p:nvSpPr>
        <p:spPr/>
        <p:txBody>
          <a:bodyPr/>
          <a:lstStyle/>
          <a:p>
            <a:fld id="{5E0677F5-4A8A-4BF1-96BE-3BAE8FBAFE2E}" type="slidenum">
              <a:rPr lang="en-US" smtClean="0"/>
              <a:pPr/>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6155767" y="2047285"/>
            <a:ext cx="5098675" cy="4048715"/>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969FB954-0266-229D-9FE8-7EEDE4102171}"/>
              </a:ext>
            </a:extLst>
          </p:cNvPr>
          <p:cNvCxnSpPr>
            <a:cxnSpLocks/>
          </p:cNvCxnSpPr>
          <p:nvPr/>
        </p:nvCxnSpPr>
        <p:spPr>
          <a:xfrm flipH="1">
            <a:off x="6247224" y="751313"/>
            <a:ext cx="555006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08637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4984"/>
            <a:ext cx="2820593" cy="2018221"/>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23EC03A-74B3-46B6-A70D-0B367EABDC7F}" type="datetime1">
              <a:rPr lang="en-US" smtClean="0"/>
              <a:t>1/11/2026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3668134" y="210114"/>
            <a:ext cx="3302000"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178517" y="210114"/>
            <a:ext cx="605475"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3669802" y="1014984"/>
            <a:ext cx="3951867" cy="5088504"/>
          </a:xfrm>
        </p:spPr>
        <p:txBody>
          <a:bodyPr rIns="2743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288976" y="0"/>
            <a:ext cx="3903023" cy="6857999"/>
          </a:xfrm>
          <a:blipFill>
            <a:blip r:embed="rId2">
              <a:alphaModFix amt="60000"/>
            </a:blip>
            <a:stretch>
              <a:fillRect/>
            </a:stretch>
          </a:blipFill>
        </p:spPr>
        <p:txBody>
          <a:bodyPr/>
          <a:lstStyle>
            <a:lvl1pPr>
              <a:defRPr/>
            </a:lvl1pPr>
          </a:lstStyle>
          <a:p>
            <a:r>
              <a:rPr lang="en-US" dirty="0"/>
              <a:t>   </a:t>
            </a:r>
          </a:p>
        </p:txBody>
      </p:sp>
      <p:cxnSp>
        <p:nvCxnSpPr>
          <p:cNvPr id="7" name="Straight Connector 6">
            <a:extLst>
              <a:ext uri="{FF2B5EF4-FFF2-40B4-BE49-F238E27FC236}">
                <a16:creationId xmlns:a16="http://schemas.microsoft.com/office/drawing/2014/main" id="{9A521034-7090-2D31-55C9-25FDCC8BE1D5}"/>
              </a:ext>
            </a:extLst>
          </p:cNvPr>
          <p:cNvCxnSpPr>
            <a:cxnSpLocks/>
          </p:cNvCxnSpPr>
          <p:nvPr/>
        </p:nvCxnSpPr>
        <p:spPr>
          <a:xfrm flipH="1">
            <a:off x="397002" y="751313"/>
            <a:ext cx="729776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BEA23E8F-F4E2-0421-02A4-4F2398C907D3}"/>
              </a:ext>
            </a:extLst>
          </p:cNvPr>
          <p:cNvSpPr/>
          <p:nvPr/>
        </p:nvSpPr>
        <p:spPr>
          <a:xfrm flipH="1">
            <a:off x="0" y="3644910"/>
            <a:ext cx="1854200" cy="3213090"/>
          </a:xfrm>
          <a:prstGeom prst="rect">
            <a:avLst/>
          </a:prstGeom>
          <a:gradFill>
            <a:gsLst>
              <a:gs pos="60000">
                <a:schemeClr val="bg2">
                  <a:alpha val="0"/>
                </a:schemeClr>
              </a:gs>
              <a:gs pos="100000">
                <a:schemeClr val="accent6"/>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18298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FBC323F5-F813-45BA-B261-A7C41DB03AE5}" type="datetime1">
              <a:rPr lang="en-US" smtClean="0"/>
              <a:t>1/11/2026</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r>
              <a:rPr lang="en-US"/>
              <a:t>Sample Footer Text</a:t>
            </a:r>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5E0677F5-4A8A-4BF1-96BE-3BAE8FBAFE2E}" type="slidenum">
              <a:rPr lang="en-US" smtClean="0"/>
              <a:t>‹#›</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798591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124712"/>
            <a:ext cx="6035040" cy="118872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341B6B1A-D5A1-4BE6-F356-717BCDE641E2}"/>
              </a:ext>
            </a:extLst>
          </p:cNvPr>
          <p:cNvSpPr>
            <a:spLocks noGrp="1"/>
          </p:cNvSpPr>
          <p:nvPr>
            <p:ph type="dt" sz="half" idx="16"/>
          </p:nvPr>
        </p:nvSpPr>
        <p:spPr>
          <a:xfrm>
            <a:off x="301752" y="210114"/>
            <a:ext cx="1759288" cy="365760"/>
          </a:xfrm>
        </p:spPr>
        <p:txBody>
          <a:bodyPr/>
          <a:lstStyle/>
          <a:p>
            <a:fld id="{7DA2CEDE-2AB4-4FB8-9551-E0AA4222B1A3}" type="datetime1">
              <a:rPr lang="en-US" smtClean="0"/>
              <a:t>1/11/2026</a:t>
            </a:fld>
            <a:endParaRPr lang="en-US"/>
          </a:p>
        </p:txBody>
      </p:sp>
      <p:sp>
        <p:nvSpPr>
          <p:cNvPr id="5" name="Footer Placeholder 4">
            <a:extLst>
              <a:ext uri="{FF2B5EF4-FFF2-40B4-BE49-F238E27FC236}">
                <a16:creationId xmlns:a16="http://schemas.microsoft.com/office/drawing/2014/main" id="{EC0BF832-23A2-A613-62C4-CB5A46DFFDAE}"/>
              </a:ext>
            </a:extLst>
          </p:cNvPr>
          <p:cNvSpPr>
            <a:spLocks noGrp="1"/>
          </p:cNvSpPr>
          <p:nvPr>
            <p:ph type="ftr" sz="quarter" idx="17"/>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840ECE9-B681-F022-60D1-1A016882C82F}"/>
              </a:ext>
            </a:extLst>
          </p:cNvPr>
          <p:cNvSpPr>
            <a:spLocks noGrp="1"/>
          </p:cNvSpPr>
          <p:nvPr>
            <p:ph type="sldNum" sz="quarter" idx="18"/>
          </p:nvPr>
        </p:nvSpPr>
        <p:spPr/>
        <p:txBody>
          <a:bodyPr/>
          <a:lstStyle/>
          <a:p>
            <a:fld id="{5E0677F5-4A8A-4BF1-96BE-3BAE8FBAFE2E}" type="slidenum">
              <a:rPr lang="en-US" smtClean="0"/>
              <a:pPr/>
              <a:t>‹#›</a:t>
            </a:fld>
            <a:endParaRPr lang="en-US"/>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93776" y="2629095"/>
            <a:ext cx="6286500" cy="3729912"/>
          </a:xfrm>
          <a:blipFill>
            <a:blip r:embed="rId2">
              <a:alphaModFix amt="60000"/>
            </a:blip>
            <a:stretch>
              <a:fillRect b="-13379"/>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20000" y="1124712"/>
            <a:ext cx="3683000" cy="5234295"/>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8751E514-0366-08AF-7655-4232DA4DBADF}"/>
              </a:ext>
            </a:extLst>
          </p:cNvPr>
          <p:cNvSpPr/>
          <p:nvPr/>
        </p:nvSpPr>
        <p:spPr>
          <a:xfrm flipH="1">
            <a:off x="3009900" y="5797487"/>
            <a:ext cx="9182100" cy="1060512"/>
          </a:xfrm>
          <a:prstGeom prst="rect">
            <a:avLst/>
          </a:prstGeom>
          <a:gradFill>
            <a:gsLst>
              <a:gs pos="55000">
                <a:schemeClr val="bg2">
                  <a:alpha val="0"/>
                </a:schemeClr>
              </a:gs>
              <a:gs pos="100000">
                <a:schemeClr val="accent4"/>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817AFFE-A609-63B8-B679-F0129190A122}"/>
              </a:ext>
            </a:extLst>
          </p:cNvPr>
          <p:cNvSpPr/>
          <p:nvPr/>
        </p:nvSpPr>
        <p:spPr>
          <a:xfrm rot="5400000" flipH="1">
            <a:off x="9426287" y="4092286"/>
            <a:ext cx="4807525" cy="723901"/>
          </a:xfrm>
          <a:prstGeom prst="rect">
            <a:avLst/>
          </a:prstGeom>
          <a:gradFill>
            <a:gsLst>
              <a:gs pos="47000">
                <a:schemeClr val="bg2">
                  <a:alpha val="0"/>
                </a:schemeClr>
              </a:gs>
              <a:gs pos="100000">
                <a:schemeClr val="accent3">
                  <a:lumMod val="40000"/>
                  <a:lumOff val="60000"/>
                  <a:alpha val="61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59597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60120"/>
            <a:ext cx="7726680" cy="914400"/>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6D40D1C1-6E49-4083-B78C-1B50EA73104C}" type="datetime1">
              <a:rPr lang="en-US" smtClean="0"/>
              <a:t>1/11/2026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4942516" y="203862"/>
            <a:ext cx="2377440"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7540537" y="203862"/>
            <a:ext cx="602991"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1" y="2194560"/>
            <a:ext cx="7726680" cy="4206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8663152" y="0"/>
            <a:ext cx="3528848" cy="6858000"/>
          </a:xfrm>
          <a:blipFill>
            <a:blip r:embed="rId2">
              <a:alphaModFix amt="60000"/>
            </a:blip>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61A1B53F-5BA2-09DF-9A48-941699CA2D54}"/>
              </a:ext>
            </a:extLst>
          </p:cNvPr>
          <p:cNvCxnSpPr>
            <a:cxnSpLocks/>
          </p:cNvCxnSpPr>
          <p:nvPr/>
        </p:nvCxnSpPr>
        <p:spPr>
          <a:xfrm flipH="1">
            <a:off x="457202" y="751313"/>
            <a:ext cx="758952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48445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10016" y="957435"/>
            <a:ext cx="6400800" cy="885847"/>
          </a:xfrm>
        </p:spPr>
        <p:txBody>
          <a:bodyPr rIns="548640" anchor="b"/>
          <a:lstStyle/>
          <a:p>
            <a:r>
              <a:rPr lang="en-US"/>
              <a:t>Click to edit Master title style</a:t>
            </a:r>
          </a:p>
        </p:txBody>
      </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2" y="0"/>
            <a:ext cx="4698090" cy="6858001"/>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93A362DD-3333-1184-E97C-2FDF9D599F49}"/>
              </a:ext>
            </a:extLst>
          </p:cNvPr>
          <p:cNvSpPr>
            <a:spLocks noGrp="1"/>
          </p:cNvSpPr>
          <p:nvPr>
            <p:ph type="dt" sz="half" idx="16"/>
          </p:nvPr>
        </p:nvSpPr>
        <p:spPr>
          <a:xfrm>
            <a:off x="5213149" y="212239"/>
            <a:ext cx="2208276" cy="365760"/>
          </a:xfrm>
        </p:spPr>
        <p:txBody>
          <a:bodyPr/>
          <a:lstStyle/>
          <a:p>
            <a:fld id="{E74C9532-5249-4EF8-9302-9703A89C50A6}" type="datetime1">
              <a:rPr lang="en-US" smtClean="0"/>
              <a:t>1/11/2026</a:t>
            </a:fld>
            <a:endParaRPr lang="en-US"/>
          </a:p>
        </p:txBody>
      </p:sp>
      <p:sp>
        <p:nvSpPr>
          <p:cNvPr id="5" name="Footer Placeholder 4">
            <a:extLst>
              <a:ext uri="{FF2B5EF4-FFF2-40B4-BE49-F238E27FC236}">
                <a16:creationId xmlns:a16="http://schemas.microsoft.com/office/drawing/2014/main" id="{D851225D-49EF-5752-ACF2-F43EB2B36332}"/>
              </a:ext>
            </a:extLst>
          </p:cNvPr>
          <p:cNvSpPr>
            <a:spLocks noGrp="1"/>
          </p:cNvSpPr>
          <p:nvPr>
            <p:ph type="ftr" sz="quarter" idx="17"/>
          </p:nvPr>
        </p:nvSpPr>
        <p:spPr>
          <a:xfrm>
            <a:off x="7619999" y="210114"/>
            <a:ext cx="2297151" cy="365760"/>
          </a:xfrm>
        </p:spPr>
        <p:txBody>
          <a:bodyPr/>
          <a:lstStyle/>
          <a:p>
            <a:r>
              <a:rPr lang="en-US"/>
              <a:t>Sample Footer Text</a:t>
            </a:r>
          </a:p>
        </p:txBody>
      </p:sp>
      <p:sp>
        <p:nvSpPr>
          <p:cNvPr id="6" name="Slide Number Placeholder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10016" y="2054715"/>
            <a:ext cx="6400800" cy="4502965"/>
          </a:xfrm>
        </p:spPr>
        <p:txBody>
          <a:bodyPr rIns="5486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69D4FBA1-5448-1E5A-42E9-23AAC06CC512}"/>
              </a:ext>
            </a:extLst>
          </p:cNvPr>
          <p:cNvCxnSpPr>
            <a:cxnSpLocks/>
          </p:cNvCxnSpPr>
          <p:nvPr/>
        </p:nvCxnSpPr>
        <p:spPr>
          <a:xfrm flipH="1">
            <a:off x="5319887" y="751313"/>
            <a:ext cx="6477397"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56026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4A97960-D10E-4C66-898F-E062784CD6C7}" type="datetime1">
              <a:rPr lang="en-US" smtClean="0"/>
              <a:t>1/11/2026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281370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4A97960-D10E-4C66-898F-E062784CD6C7}" type="datetime1">
              <a:rPr lang="en-US" smtClean="0"/>
              <a:t>1/11/2026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70957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dirty="0"/>
              <a:t>Click to edit Master title style</a:t>
            </a:r>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27B77AD4-7B4F-4A76-ADEB-9CF6601338DB}" type="datetime1">
              <a:rPr lang="en-US" smtClean="0"/>
              <a:t>1/11/2026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138755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Number Large 2">
    <p:spTree>
      <p:nvGrpSpPr>
        <p:cNvPr id="1" name=""/>
        <p:cNvGrpSpPr/>
        <p:nvPr/>
      </p:nvGrpSpPr>
      <p:grpSpPr>
        <a:xfrm>
          <a:off x="0" y="0"/>
          <a:ext cx="0" cy="0"/>
          <a:chOff x="0" y="0"/>
          <a:chExt cx="0" cy="0"/>
        </a:xfrm>
      </p:grpSpPr>
      <p:sp>
        <p:nvSpPr>
          <p:cNvPr id="10" name="Title 10">
            <a:extLst>
              <a:ext uri="{FF2B5EF4-FFF2-40B4-BE49-F238E27FC236}">
                <a16:creationId xmlns:a16="http://schemas.microsoft.com/office/drawing/2014/main" id="{DD010CB8-5ADF-D96A-0AE8-D830AFDEB94C}"/>
              </a:ext>
            </a:extLst>
          </p:cNvPr>
          <p:cNvSpPr>
            <a:spLocks noGrp="1"/>
          </p:cNvSpPr>
          <p:nvPr>
            <p:ph type="title"/>
          </p:nvPr>
        </p:nvSpPr>
        <p:spPr>
          <a:xfrm>
            <a:off x="7622485" y="1100831"/>
            <a:ext cx="3503935" cy="3811825"/>
          </a:xfrm>
        </p:spPr>
        <p:txBody>
          <a:bodyPr anchor="t">
            <a:normAutofit/>
          </a:bodyPr>
          <a:lstStyle>
            <a:lvl1pPr>
              <a:lnSpc>
                <a:spcPct val="100000"/>
              </a:lnSpc>
              <a:defRPr sz="2000">
                <a:latin typeface="+mn-lt"/>
              </a:defRPr>
            </a:lvl1pPr>
          </a:lstStyle>
          <a:p>
            <a:r>
              <a:rPr lang="en-US" dirty="0"/>
              <a:t>Click to edit Master title style</a:t>
            </a:r>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7E7D3A11-047C-4AE4-9A54-AA0426E18492}" type="datetime1">
              <a:rPr lang="en-US" smtClean="0"/>
              <a:t>1/11/2026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9" name="Content Placeholder 9">
            <a:extLst>
              <a:ext uri="{FF2B5EF4-FFF2-40B4-BE49-F238E27FC236}">
                <a16:creationId xmlns:a16="http://schemas.microsoft.com/office/drawing/2014/main" id="{205AA2D5-1683-397E-F373-FD43CF41C356}"/>
              </a:ext>
            </a:extLst>
          </p:cNvPr>
          <p:cNvSpPr>
            <a:spLocks noGrp="1"/>
          </p:cNvSpPr>
          <p:nvPr>
            <p:ph sz="quarter" idx="17" hasCustomPrompt="1"/>
          </p:nvPr>
        </p:nvSpPr>
        <p:spPr>
          <a:xfrm>
            <a:off x="274638" y="1192305"/>
            <a:ext cx="6354305" cy="5302119"/>
          </a:xfrm>
        </p:spPr>
        <p:txBody>
          <a:bodyPr anchor="b"/>
          <a:lstStyle>
            <a:lvl1pPr>
              <a:lnSpc>
                <a:spcPct val="85000"/>
              </a:lnSpc>
              <a:defRPr sz="167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8" name="Straight Connector 7">
            <a:extLst>
              <a:ext uri="{FF2B5EF4-FFF2-40B4-BE49-F238E27FC236}">
                <a16:creationId xmlns:a16="http://schemas.microsoft.com/office/drawing/2014/main" id="{6A889F67-0B6B-A4B3-54DF-0A8015E5486C}"/>
              </a:ext>
            </a:extLst>
          </p:cNvPr>
          <p:cNvCxnSpPr>
            <a:cxnSpLocks/>
          </p:cNvCxnSpPr>
          <p:nvPr/>
        </p:nvCxnSpPr>
        <p:spPr>
          <a:xfrm flipV="1">
            <a:off x="7083125" y="1192305"/>
            <a:ext cx="0" cy="4711453"/>
          </a:xfrm>
          <a:prstGeom prst="line">
            <a:avLst/>
          </a:prstGeom>
          <a:ln w="6350">
            <a:solidFill>
              <a:schemeClr val="tx1">
                <a:lumMod val="6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411602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Number Large 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6789B03-A237-8E25-DB32-95E92EBCC3A2}"/>
              </a:ext>
            </a:extLst>
          </p:cNvPr>
          <p:cNvSpPr/>
          <p:nvPr/>
        </p:nvSpPr>
        <p:spPr>
          <a:xfrm rot="10800000" flipH="1" flipV="1">
            <a:off x="1175658" y="0"/>
            <a:ext cx="11016342" cy="6858000"/>
          </a:xfrm>
          <a:prstGeom prst="rect">
            <a:avLst/>
          </a:prstGeom>
          <a:gradFill flip="none" rotWithShape="1">
            <a:gsLst>
              <a:gs pos="61500">
                <a:schemeClr val="accent1">
                  <a:alpha val="50000"/>
                </a:schemeClr>
              </a:gs>
              <a:gs pos="40000">
                <a:schemeClr val="accent5">
                  <a:alpha val="50000"/>
                </a:schemeClr>
              </a:gs>
              <a:gs pos="6000">
                <a:schemeClr val="bg2"/>
              </a:gs>
              <a:gs pos="94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7B651B9B-74D4-3A3F-E369-214B13D8B83C}"/>
              </a:ext>
            </a:extLst>
          </p:cNvPr>
          <p:cNvSpPr/>
          <p:nvPr/>
        </p:nvSpPr>
        <p:spPr>
          <a:xfrm rot="16200000" flipV="1">
            <a:off x="6267450" y="933451"/>
            <a:ext cx="6858000" cy="4991099"/>
          </a:xfrm>
          <a:prstGeom prst="rect">
            <a:avLst/>
          </a:prstGeom>
          <a:gradFill>
            <a:gsLst>
              <a:gs pos="3000">
                <a:schemeClr val="accent6">
                  <a:lumMod val="75000"/>
                </a:schemeClr>
              </a:gs>
              <a:gs pos="65000">
                <a:schemeClr val="accent4">
                  <a:lumMod val="50000"/>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Rectangle 2">
            <a:extLst>
              <a:ext uri="{FF2B5EF4-FFF2-40B4-BE49-F238E27FC236}">
                <a16:creationId xmlns:a16="http://schemas.microsoft.com/office/drawing/2014/main" id="{81D28BDD-509C-1D92-D003-9C8B1DAEC620}"/>
              </a:ext>
            </a:extLst>
          </p:cNvPr>
          <p:cNvSpPr/>
          <p:nvPr/>
        </p:nvSpPr>
        <p:spPr>
          <a:xfrm flipH="1" flipV="1">
            <a:off x="2764971" y="4219356"/>
            <a:ext cx="9427029" cy="2638644"/>
          </a:xfrm>
          <a:prstGeom prst="rect">
            <a:avLst/>
          </a:prstGeom>
          <a:gradFill flip="none" rotWithShape="1">
            <a:gsLst>
              <a:gs pos="0">
                <a:schemeClr val="accent3"/>
              </a:gs>
              <a:gs pos="52000">
                <a:schemeClr val="bg2">
                  <a:alpha val="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826BBCE4-74E2-A371-85F6-5E780BA94CAA}"/>
              </a:ext>
            </a:extLst>
          </p:cNvPr>
          <p:cNvSpPr/>
          <p:nvPr/>
        </p:nvSpPr>
        <p:spPr>
          <a:xfrm flipV="1">
            <a:off x="1524" y="1858018"/>
            <a:ext cx="12188952" cy="4999982"/>
          </a:xfrm>
          <a:prstGeom prst="rect">
            <a:avLst/>
          </a:prstGeom>
          <a:gradFill>
            <a:gsLst>
              <a:gs pos="28000">
                <a:schemeClr val="bg2"/>
              </a:gs>
              <a:gs pos="56000">
                <a:schemeClr val="bg2">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4" name="Straight Connector 3">
            <a:extLst>
              <a:ext uri="{FF2B5EF4-FFF2-40B4-BE49-F238E27FC236}">
                <a16:creationId xmlns:a16="http://schemas.microsoft.com/office/drawing/2014/main" id="{6E400EE4-4D39-7F3B-C68E-A9F042877A92}"/>
              </a:ext>
            </a:extLst>
          </p:cNvPr>
          <p:cNvCxnSpPr>
            <a:cxnSpLocks/>
          </p:cNvCxnSpPr>
          <p:nvPr/>
        </p:nvCxnSpPr>
        <p:spPr>
          <a:xfrm flipH="1">
            <a:off x="394716" y="486815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9" name="Title 10">
            <a:extLst>
              <a:ext uri="{FF2B5EF4-FFF2-40B4-BE49-F238E27FC236}">
                <a16:creationId xmlns:a16="http://schemas.microsoft.com/office/drawing/2014/main" id="{2548AAB2-8D73-965E-CC0B-7865E812CACE}"/>
              </a:ext>
            </a:extLst>
          </p:cNvPr>
          <p:cNvSpPr>
            <a:spLocks noGrp="1"/>
          </p:cNvSpPr>
          <p:nvPr>
            <p:ph type="title"/>
          </p:nvPr>
        </p:nvSpPr>
        <p:spPr>
          <a:xfrm>
            <a:off x="6477001" y="5056104"/>
            <a:ext cx="5320284" cy="1322290"/>
          </a:xfrm>
        </p:spPr>
        <p:txBody>
          <a:bodyPr anchor="t"/>
          <a:lstStyle>
            <a:lvl1pPr algn="r">
              <a:lnSpc>
                <a:spcPct val="120000"/>
              </a:lnSpc>
              <a:spcBef>
                <a:spcPts val="1000"/>
              </a:spcBef>
              <a:defRPr sz="2000">
                <a:latin typeface="+mn-lt"/>
              </a:defRPr>
            </a:lvl1pPr>
          </a:lstStyle>
          <a:p>
            <a:r>
              <a:rPr lang="en-US" dirty="0"/>
              <a:t>Click to edit Master title style</a:t>
            </a:r>
          </a:p>
        </p:txBody>
      </p:sp>
      <p:sp>
        <p:nvSpPr>
          <p:cNvPr id="14" name="Date Placeholder 13">
            <a:extLst>
              <a:ext uri="{FF2B5EF4-FFF2-40B4-BE49-F238E27FC236}">
                <a16:creationId xmlns:a16="http://schemas.microsoft.com/office/drawing/2014/main" id="{459F1889-15CA-49B5-957D-AFEE32125C96}"/>
              </a:ext>
            </a:extLst>
          </p:cNvPr>
          <p:cNvSpPr>
            <a:spLocks noGrp="1"/>
          </p:cNvSpPr>
          <p:nvPr>
            <p:ph type="dt" sz="half" idx="14"/>
          </p:nvPr>
        </p:nvSpPr>
        <p:spPr/>
        <p:txBody>
          <a:bodyPr/>
          <a:lstStyle/>
          <a:p>
            <a:fld id="{7DA2CEDE-2AB4-4FB8-9551-E0AA4222B1A3}" type="datetime1">
              <a:rPr lang="en-US" smtClean="0"/>
              <a:t>1/11/2026</a:t>
            </a:fld>
            <a:endParaRPr lang="en-US"/>
          </a:p>
        </p:txBody>
      </p:sp>
      <p:sp>
        <p:nvSpPr>
          <p:cNvPr id="15" name="Footer Placeholder 14">
            <a:extLst>
              <a:ext uri="{FF2B5EF4-FFF2-40B4-BE49-F238E27FC236}">
                <a16:creationId xmlns:a16="http://schemas.microsoft.com/office/drawing/2014/main" id="{08B8EC79-A8CC-7A55-D80D-9F557250E751}"/>
              </a:ext>
            </a:extLst>
          </p:cNvPr>
          <p:cNvSpPr>
            <a:spLocks noGrp="1"/>
          </p:cNvSpPr>
          <p:nvPr>
            <p:ph type="ftr" sz="quarter" idx="15"/>
          </p:nvPr>
        </p:nvSpPr>
        <p:spPr/>
        <p:txBody>
          <a:bodyPr/>
          <a:lstStyle/>
          <a:p>
            <a:r>
              <a:rPr lang="en-US"/>
              <a:t>Sample Footer Text</a:t>
            </a:r>
          </a:p>
        </p:txBody>
      </p:sp>
      <p:sp>
        <p:nvSpPr>
          <p:cNvPr id="16" name="Slide Number Placeholder 15">
            <a:extLst>
              <a:ext uri="{FF2B5EF4-FFF2-40B4-BE49-F238E27FC236}">
                <a16:creationId xmlns:a16="http://schemas.microsoft.com/office/drawing/2014/main" id="{20317C40-C1F7-2A61-6EFC-9DBC5587444B}"/>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8" name="Content Placeholder 9">
            <a:extLst>
              <a:ext uri="{FF2B5EF4-FFF2-40B4-BE49-F238E27FC236}">
                <a16:creationId xmlns:a16="http://schemas.microsoft.com/office/drawing/2014/main" id="{D9D57452-6086-AD7E-BB02-6CEEDA958256}"/>
              </a:ext>
            </a:extLst>
          </p:cNvPr>
          <p:cNvSpPr>
            <a:spLocks noGrp="1"/>
          </p:cNvSpPr>
          <p:nvPr>
            <p:ph sz="quarter" idx="17" hasCustomPrompt="1"/>
          </p:nvPr>
        </p:nvSpPr>
        <p:spPr>
          <a:xfrm>
            <a:off x="274638" y="965289"/>
            <a:ext cx="11087974" cy="3423256"/>
          </a:xfrm>
        </p:spPr>
        <p:txBody>
          <a:bodyPr anchor="t"/>
          <a:lstStyle>
            <a:lvl1pPr>
              <a:lnSpc>
                <a:spcPct val="85000"/>
              </a:lnSpc>
              <a:defRPr sz="24400">
                <a:solidFill>
                  <a:schemeClr val="tx1"/>
                </a:solidFill>
                <a:latin typeface="+mj-lt"/>
              </a:defRPr>
            </a:lvl1pPr>
          </a:lstStyle>
          <a:p>
            <a:pPr lvl="0"/>
            <a:r>
              <a:rPr lang="en-US" dirty="0"/>
              <a:t>##%</a:t>
            </a:r>
          </a:p>
        </p:txBody>
      </p:sp>
    </p:spTree>
    <p:extLst>
      <p:ext uri="{BB962C8B-B14F-4D97-AF65-F5344CB8AC3E}">
        <p14:creationId xmlns:p14="http://schemas.microsoft.com/office/powerpoint/2010/main" val="184099132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Number Large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1D28BDD-509C-1D92-D003-9C8B1DAEC620}"/>
              </a:ext>
            </a:extLst>
          </p:cNvPr>
          <p:cNvSpPr/>
          <p:nvPr/>
        </p:nvSpPr>
        <p:spPr>
          <a:xfrm flipH="1" flipV="1">
            <a:off x="-1" y="2200164"/>
            <a:ext cx="12192000" cy="4657836"/>
          </a:xfrm>
          <a:prstGeom prst="rect">
            <a:avLst/>
          </a:prstGeom>
          <a:gradFill>
            <a:gsLst>
              <a:gs pos="0">
                <a:schemeClr val="accent2"/>
              </a:gs>
              <a:gs pos="47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6789B03-A237-8E25-DB32-95E92EBCC3A2}"/>
              </a:ext>
            </a:extLst>
          </p:cNvPr>
          <p:cNvSpPr/>
          <p:nvPr/>
        </p:nvSpPr>
        <p:spPr>
          <a:xfrm rot="10800000" flipH="1" flipV="1">
            <a:off x="5325644" y="726090"/>
            <a:ext cx="6866356" cy="6131909"/>
          </a:xfrm>
          <a:prstGeom prst="rect">
            <a:avLst/>
          </a:prstGeom>
          <a:gradFill flip="none" rotWithShape="1">
            <a:gsLst>
              <a:gs pos="20000">
                <a:schemeClr val="accent3">
                  <a:lumMod val="60000"/>
                  <a:lumOff val="40000"/>
                  <a:alpha val="67000"/>
                </a:schemeClr>
              </a:gs>
              <a:gs pos="5000">
                <a:schemeClr val="tx2">
                  <a:alpha val="94000"/>
                </a:schemeClr>
              </a:gs>
              <a:gs pos="70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7B651B9B-74D4-3A3F-E369-214B13D8B83C}"/>
              </a:ext>
            </a:extLst>
          </p:cNvPr>
          <p:cNvSpPr/>
          <p:nvPr/>
        </p:nvSpPr>
        <p:spPr>
          <a:xfrm rot="16200000" flipV="1">
            <a:off x="6683189" y="1349189"/>
            <a:ext cx="6858000" cy="4159622"/>
          </a:xfrm>
          <a:prstGeom prst="rect">
            <a:avLst/>
          </a:prstGeom>
          <a:gradFill>
            <a:gsLst>
              <a:gs pos="0">
                <a:schemeClr val="accent1">
                  <a:lumMod val="75000"/>
                </a:schemeClr>
              </a:gs>
              <a:gs pos="63000">
                <a:schemeClr val="bg2">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4" name="Straight Connector 3">
            <a:extLst>
              <a:ext uri="{FF2B5EF4-FFF2-40B4-BE49-F238E27FC236}">
                <a16:creationId xmlns:a16="http://schemas.microsoft.com/office/drawing/2014/main" id="{6E400EE4-4D39-7F3B-C68E-A9F042877A92}"/>
              </a:ext>
            </a:extLst>
          </p:cNvPr>
          <p:cNvCxnSpPr>
            <a:cxnSpLocks/>
          </p:cNvCxnSpPr>
          <p:nvPr/>
        </p:nvCxnSpPr>
        <p:spPr>
          <a:xfrm flipH="1">
            <a:off x="394716" y="487636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8" name="Title 10">
            <a:extLst>
              <a:ext uri="{FF2B5EF4-FFF2-40B4-BE49-F238E27FC236}">
                <a16:creationId xmlns:a16="http://schemas.microsoft.com/office/drawing/2014/main" id="{6E27F960-EB1F-031C-F95C-2380BB06B5E8}"/>
              </a:ext>
            </a:extLst>
          </p:cNvPr>
          <p:cNvSpPr>
            <a:spLocks noGrp="1"/>
          </p:cNvSpPr>
          <p:nvPr>
            <p:ph type="title"/>
          </p:nvPr>
        </p:nvSpPr>
        <p:spPr>
          <a:xfrm>
            <a:off x="1885949" y="5125006"/>
            <a:ext cx="8420100" cy="728222"/>
          </a:xfrm>
        </p:spPr>
        <p:txBody>
          <a:bodyPr anchor="ctr"/>
          <a:lstStyle>
            <a:lvl1pPr algn="ctr">
              <a:lnSpc>
                <a:spcPct val="120000"/>
              </a:lnSpc>
              <a:spcBef>
                <a:spcPts val="1000"/>
              </a:spcBef>
              <a:defRPr sz="2000">
                <a:latin typeface="+mn-lt"/>
              </a:defRPr>
            </a:lvl1pPr>
          </a:lstStyle>
          <a:p>
            <a:r>
              <a:rPr lang="en-US" dirty="0"/>
              <a:t>Click to edit Master title style</a:t>
            </a:r>
          </a:p>
        </p:txBody>
      </p:sp>
      <p:sp>
        <p:nvSpPr>
          <p:cNvPr id="6" name="Content Placeholder 9">
            <a:extLst>
              <a:ext uri="{FF2B5EF4-FFF2-40B4-BE49-F238E27FC236}">
                <a16:creationId xmlns:a16="http://schemas.microsoft.com/office/drawing/2014/main" id="{A34236BC-4366-0C69-F209-C904D38401F8}"/>
              </a:ext>
            </a:extLst>
          </p:cNvPr>
          <p:cNvSpPr>
            <a:spLocks noGrp="1"/>
          </p:cNvSpPr>
          <p:nvPr>
            <p:ph sz="quarter" idx="17" hasCustomPrompt="1"/>
          </p:nvPr>
        </p:nvSpPr>
        <p:spPr>
          <a:xfrm>
            <a:off x="723900" y="726090"/>
            <a:ext cx="10744200" cy="3860382"/>
          </a:xfrm>
        </p:spPr>
        <p:txBody>
          <a:bodyPr anchor="b"/>
          <a:lstStyle>
            <a:lvl1pPr algn="ctr">
              <a:lnSpc>
                <a:spcPct val="85000"/>
              </a:lnSpc>
              <a:defRPr sz="25500">
                <a:solidFill>
                  <a:schemeClr val="tx1"/>
                </a:solidFill>
                <a:latin typeface="+mj-lt"/>
              </a:defRPr>
            </a:lvl1pPr>
          </a:lstStyle>
          <a:p>
            <a:pPr lvl="0"/>
            <a:r>
              <a:rPr lang="en-US" dirty="0"/>
              <a:t>##%</a:t>
            </a:r>
          </a:p>
        </p:txBody>
      </p:sp>
      <p:cxnSp>
        <p:nvCxnSpPr>
          <p:cNvPr id="14" name="Straight Connector 13">
            <a:extLst>
              <a:ext uri="{FF2B5EF4-FFF2-40B4-BE49-F238E27FC236}">
                <a16:creationId xmlns:a16="http://schemas.microsoft.com/office/drawing/2014/main" id="{417591FD-2E75-A22D-FBA7-02D7E815F645}"/>
              </a:ext>
            </a:extLst>
          </p:cNvPr>
          <p:cNvCxnSpPr>
            <a:cxnSpLocks/>
          </p:cNvCxnSpPr>
          <p:nvPr/>
        </p:nvCxnSpPr>
        <p:spPr>
          <a:xfrm flipH="1">
            <a:off x="394716" y="6091872"/>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5" name="Date Placeholder 14">
            <a:extLst>
              <a:ext uri="{FF2B5EF4-FFF2-40B4-BE49-F238E27FC236}">
                <a16:creationId xmlns:a16="http://schemas.microsoft.com/office/drawing/2014/main" id="{38FB55F3-AB08-16DF-AAC9-DD747B27C4E2}"/>
              </a:ext>
            </a:extLst>
          </p:cNvPr>
          <p:cNvSpPr>
            <a:spLocks noGrp="1"/>
          </p:cNvSpPr>
          <p:nvPr>
            <p:ph type="dt" sz="half" idx="14"/>
          </p:nvPr>
        </p:nvSpPr>
        <p:spPr>
          <a:xfrm>
            <a:off x="301752" y="6286290"/>
            <a:ext cx="1759288" cy="365760"/>
          </a:xfrm>
        </p:spPr>
        <p:txBody>
          <a:bodyPr/>
          <a:lstStyle/>
          <a:p>
            <a:fld id="{7DA2CEDE-2AB4-4FB8-9551-E0AA4222B1A3}" type="datetime1">
              <a:rPr lang="en-US" smtClean="0"/>
              <a:t>1/11/2026</a:t>
            </a:fld>
            <a:endParaRPr lang="en-US"/>
          </a:p>
        </p:txBody>
      </p:sp>
      <p:sp>
        <p:nvSpPr>
          <p:cNvPr id="16" name="Footer Placeholder 15">
            <a:extLst>
              <a:ext uri="{FF2B5EF4-FFF2-40B4-BE49-F238E27FC236}">
                <a16:creationId xmlns:a16="http://schemas.microsoft.com/office/drawing/2014/main" id="{E16155A7-4EE1-631B-DE09-AD84BEA5F71F}"/>
              </a:ext>
            </a:extLst>
          </p:cNvPr>
          <p:cNvSpPr>
            <a:spLocks noGrp="1"/>
          </p:cNvSpPr>
          <p:nvPr>
            <p:ph type="ftr" sz="quarter" idx="15"/>
          </p:nvPr>
        </p:nvSpPr>
        <p:spPr>
          <a:xfrm>
            <a:off x="7622485" y="6286290"/>
            <a:ext cx="2509284" cy="365760"/>
          </a:xfrm>
        </p:spPr>
        <p:txBody>
          <a:bodyPr/>
          <a:lstStyle/>
          <a:p>
            <a:r>
              <a:rPr lang="en-US"/>
              <a:t>Sample Footer Text</a:t>
            </a:r>
          </a:p>
        </p:txBody>
      </p:sp>
      <p:sp>
        <p:nvSpPr>
          <p:cNvPr id="17" name="Slide Number Placeholder 16">
            <a:extLst>
              <a:ext uri="{FF2B5EF4-FFF2-40B4-BE49-F238E27FC236}">
                <a16:creationId xmlns:a16="http://schemas.microsoft.com/office/drawing/2014/main" id="{5711E54C-F006-9166-CC7B-F217541169AB}"/>
              </a:ext>
            </a:extLst>
          </p:cNvPr>
          <p:cNvSpPr>
            <a:spLocks noGrp="1"/>
          </p:cNvSpPr>
          <p:nvPr>
            <p:ph type="sldNum" sz="quarter" idx="16"/>
          </p:nvPr>
        </p:nvSpPr>
        <p:spPr>
          <a:xfrm>
            <a:off x="11300323" y="6286290"/>
            <a:ext cx="605475" cy="365760"/>
          </a:xfrm>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236767985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02E0CC3F-E257-4F6E-9E6A-B96D887699EC}" type="datetime1">
              <a:rPr lang="en-US" smtClean="0"/>
              <a:t>1/11/2026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5494267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Statement 2">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D2CF1CF0-C3ED-5EA1-C726-EBAC66FC459E}"/>
              </a:ext>
            </a:extLst>
          </p:cNvPr>
          <p:cNvGrpSpPr/>
          <p:nvPr/>
        </p:nvGrpSpPr>
        <p:grpSpPr>
          <a:xfrm rot="10800000">
            <a:off x="1" y="0"/>
            <a:ext cx="12190476" cy="6858000"/>
            <a:chOff x="-9781" y="3912"/>
            <a:chExt cx="12211365" cy="6858000"/>
          </a:xfrm>
        </p:grpSpPr>
        <p:sp>
          <p:nvSpPr>
            <p:cNvPr id="5" name="Rectangle 4">
              <a:extLst>
                <a:ext uri="{FF2B5EF4-FFF2-40B4-BE49-F238E27FC236}">
                  <a16:creationId xmlns:a16="http://schemas.microsoft.com/office/drawing/2014/main" id="{09BA6A3A-21BC-BCE6-BC2B-B42FA75A49EF}"/>
                </a:ext>
              </a:extLst>
            </p:cNvPr>
            <p:cNvSpPr/>
            <p:nvPr/>
          </p:nvSpPr>
          <p:spPr>
            <a:xfrm>
              <a:off x="-9780" y="3912"/>
              <a:ext cx="1220983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9">
              <a:extLst>
                <a:ext uri="{FF2B5EF4-FFF2-40B4-BE49-F238E27FC236}">
                  <a16:creationId xmlns:a16="http://schemas.microsoft.com/office/drawing/2014/main" id="{2FB24053-097C-6D55-5E0C-0603408E5C88}"/>
                </a:ext>
              </a:extLst>
            </p:cNvPr>
            <p:cNvSpPr/>
            <p:nvPr/>
          </p:nvSpPr>
          <p:spPr>
            <a:xfrm rot="5400000" flipH="1">
              <a:off x="2666140" y="-2672008"/>
              <a:ext cx="6857996" cy="12209838"/>
            </a:xfrm>
            <a:prstGeom prst="rect">
              <a:avLst/>
            </a:prstGeom>
            <a:gradFill>
              <a:gsLst>
                <a:gs pos="0">
                  <a:schemeClr val="accent3">
                    <a:lumMod val="60000"/>
                    <a:lumOff val="40000"/>
                  </a:schemeClr>
                </a:gs>
                <a:gs pos="65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67536FF5-9154-5325-5E33-F0EC96653800}"/>
                </a:ext>
              </a:extLst>
            </p:cNvPr>
            <p:cNvSpPr/>
            <p:nvPr/>
          </p:nvSpPr>
          <p:spPr>
            <a:xfrm rot="16200000" flipH="1">
              <a:off x="2666139" y="-2672007"/>
              <a:ext cx="6858000" cy="12209838"/>
            </a:xfrm>
            <a:prstGeom prst="rect">
              <a:avLst/>
            </a:prstGeom>
            <a:gradFill flip="none" rotWithShape="1">
              <a:gsLst>
                <a:gs pos="0">
                  <a:schemeClr val="accent1">
                    <a:lumMod val="75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4BFC185B-E462-A41C-3F22-C8625064206D}"/>
                </a:ext>
              </a:extLst>
            </p:cNvPr>
            <p:cNvSpPr/>
            <p:nvPr/>
          </p:nvSpPr>
          <p:spPr>
            <a:xfrm rot="5400000">
              <a:off x="4173989" y="-1164157"/>
              <a:ext cx="3842298" cy="12209838"/>
            </a:xfrm>
            <a:prstGeom prst="rect">
              <a:avLst/>
            </a:prstGeom>
            <a:gradFill>
              <a:gsLst>
                <a:gs pos="0">
                  <a:schemeClr val="accent6"/>
                </a:gs>
                <a:gs pos="48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F49986CB-27CC-E8D1-6341-4F461EB28D7D}"/>
                </a:ext>
                <a:ext uri="{C183D7F6-B498-43B3-948B-1728B52AA6E4}">
                  <adec:decorative xmlns:adec="http://schemas.microsoft.com/office/drawing/2017/decorative" val="1"/>
                </a:ext>
              </a:extLst>
            </p:cNvPr>
            <p:cNvSpPr/>
            <p:nvPr/>
          </p:nvSpPr>
          <p:spPr>
            <a:xfrm flipH="1">
              <a:off x="5681150" y="3912"/>
              <a:ext cx="6520434" cy="6858000"/>
            </a:xfrm>
            <a:prstGeom prst="rect">
              <a:avLst/>
            </a:prstGeom>
            <a:gradFill flip="none" rotWithShape="1">
              <a:gsLst>
                <a:gs pos="8000">
                  <a:schemeClr val="bg2"/>
                </a:gs>
                <a:gs pos="71000">
                  <a:schemeClr val="accent6">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BBFD9073-9E84-4C56-B5C8-FA6026186803}" type="datetime1">
              <a:rPr lang="en-US" smtClean="0"/>
              <a:t>1/11/2026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66900" y="1926628"/>
            <a:ext cx="8420099" cy="3229900"/>
          </a:xfrm>
        </p:spPr>
        <p:txBody>
          <a:bodyPr anchor="ctr">
            <a:normAutofit/>
          </a:bodyPr>
          <a:lstStyle>
            <a:lvl1pPr marL="0" indent="0" algn="ctr">
              <a:lnSpc>
                <a:spcPct val="100000"/>
              </a:lnSpc>
              <a:buNone/>
              <a:defRPr sz="5400" b="0">
                <a:solidFill>
                  <a:schemeClr val="tx1"/>
                </a:solidFill>
              </a:defRPr>
            </a:lvl1pPr>
            <a:lvl2pPr marL="228600" indent="0" algn="ctr">
              <a:lnSpc>
                <a:spcPct val="100000"/>
              </a:lnSpc>
              <a:buNone/>
              <a:defRPr sz="4800" b="0">
                <a:solidFill>
                  <a:schemeClr val="tx1"/>
                </a:solidFill>
              </a:defRPr>
            </a:lvl2pPr>
            <a:lvl3pPr marL="457200" indent="0" algn="ctr">
              <a:lnSpc>
                <a:spcPct val="100000"/>
              </a:lnSpc>
              <a:buNone/>
              <a:defRPr sz="4400" b="0">
                <a:solidFill>
                  <a:schemeClr val="tx1"/>
                </a:solidFill>
              </a:defRPr>
            </a:lvl3pPr>
            <a:lvl4pPr marL="685800" indent="0" algn="ctr">
              <a:lnSpc>
                <a:spcPct val="100000"/>
              </a:lnSpc>
              <a:buNone/>
              <a:defRPr sz="4000" b="0">
                <a:solidFill>
                  <a:schemeClr val="tx1"/>
                </a:solidFill>
              </a:defRPr>
            </a:lvl4pPr>
            <a:lvl5pPr marL="914400" indent="0" algn="ctr">
              <a:lnSpc>
                <a:spcPct val="100000"/>
              </a:lnSpc>
              <a:buNone/>
              <a:defRPr sz="3600" b="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78803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C5C2AD-3C50-C089-D649-A6D2273BB610}"/>
              </a:ext>
            </a:extLst>
          </p:cNvPr>
          <p:cNvSpPr/>
          <p:nvPr/>
        </p:nvSpPr>
        <p:spPr>
          <a:xfrm rot="16200000" flipH="1">
            <a:off x="5328160" y="-27729"/>
            <a:ext cx="1537858" cy="12189821"/>
          </a:xfrm>
          <a:prstGeom prst="rect">
            <a:avLst/>
          </a:prstGeom>
          <a:gradFill>
            <a:gsLst>
              <a:gs pos="38000">
                <a:schemeClr val="accent1">
                  <a:lumMod val="75000"/>
                  <a:alpha val="0"/>
                </a:schemeClr>
              </a:gs>
              <a:gs pos="96000">
                <a:schemeClr val="accent3">
                  <a:lumMod val="60000"/>
                  <a:lumOff val="40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7FD71008-F1A2-4E65-9AFD-4970D8007661}" type="datetime1">
              <a:rPr lang="en-US" smtClean="0"/>
              <a:t>1/11/2026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Rectangle 9">
            <a:extLst>
              <a:ext uri="{FF2B5EF4-FFF2-40B4-BE49-F238E27FC236}">
                <a16:creationId xmlns:a16="http://schemas.microsoft.com/office/drawing/2014/main" id="{B6061286-C2FC-AEA2-F983-2178EAD2A63F}"/>
              </a:ext>
            </a:extLst>
          </p:cNvPr>
          <p:cNvSpPr/>
          <p:nvPr/>
        </p:nvSpPr>
        <p:spPr>
          <a:xfrm flipH="1" flipV="1">
            <a:off x="-3" y="2058528"/>
            <a:ext cx="8585201" cy="4799472"/>
          </a:xfrm>
          <a:prstGeom prst="rect">
            <a:avLst/>
          </a:prstGeom>
          <a:gradFill flip="none" rotWithShape="1">
            <a:gsLst>
              <a:gs pos="69000">
                <a:schemeClr val="accent1">
                  <a:alpha val="0"/>
                </a:schemeClr>
              </a:gs>
              <a:gs pos="30000">
                <a:schemeClr val="accent3">
                  <a:lumMod val="60000"/>
                  <a:lumOff val="40000"/>
                  <a:alpha val="47000"/>
                </a:schemeClr>
              </a:gs>
              <a:gs pos="0">
                <a:schemeClr val="tx1">
                  <a:alpha val="88000"/>
                </a:schemeClr>
              </a:gs>
              <a:gs pos="100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94C601D0-F929-5C7E-ABB1-EDAE306F5314}"/>
              </a:ext>
            </a:extLst>
          </p:cNvPr>
          <p:cNvSpPr/>
          <p:nvPr/>
        </p:nvSpPr>
        <p:spPr>
          <a:xfrm>
            <a:off x="0" y="5298252"/>
            <a:ext cx="11044517" cy="1559747"/>
          </a:xfrm>
          <a:prstGeom prst="rect">
            <a:avLst/>
          </a:prstGeom>
          <a:gradFill>
            <a:gsLst>
              <a:gs pos="36000">
                <a:schemeClr val="accent6">
                  <a:alpha val="0"/>
                </a:schemeClr>
              </a:gs>
              <a:gs pos="91000">
                <a:schemeClr val="bg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EF0725A-63D2-3C07-3E64-787784EF748D}"/>
              </a:ext>
            </a:extLst>
          </p:cNvPr>
          <p:cNvSpPr/>
          <p:nvPr/>
        </p:nvSpPr>
        <p:spPr>
          <a:xfrm>
            <a:off x="-1" y="1719695"/>
            <a:ext cx="12189822" cy="357855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74320" y="952500"/>
            <a:ext cx="9296400" cy="3578557"/>
          </a:xfrm>
        </p:spPr>
        <p:txBody>
          <a:bodyPr anchor="t">
            <a:noAutofit/>
          </a:bodyPr>
          <a:lstStyle>
            <a:lvl1pPr marL="0" indent="0">
              <a:lnSpc>
                <a:spcPct val="100000"/>
              </a:lnSpc>
              <a:buNone/>
              <a:defRPr sz="5000" b="0">
                <a:solidFill>
                  <a:schemeClr val="tx1"/>
                </a:solidFill>
              </a:defRPr>
            </a:lvl1pPr>
            <a:lvl2pPr marL="228600" indent="0">
              <a:lnSpc>
                <a:spcPct val="100000"/>
              </a:lnSpc>
              <a:buNone/>
              <a:defRPr sz="4400" b="0">
                <a:solidFill>
                  <a:schemeClr val="tx1"/>
                </a:solidFill>
              </a:defRPr>
            </a:lvl2pPr>
            <a:lvl3pPr marL="457200" indent="0">
              <a:lnSpc>
                <a:spcPct val="100000"/>
              </a:lnSpc>
              <a:buNone/>
              <a:defRPr sz="3200" b="0">
                <a:solidFill>
                  <a:schemeClr val="tx1"/>
                </a:solidFill>
              </a:defRPr>
            </a:lvl3pPr>
            <a:lvl4pPr marL="685800" indent="0">
              <a:lnSpc>
                <a:spcPct val="100000"/>
              </a:lnSpc>
              <a:buNone/>
              <a:defRPr sz="3200" b="0">
                <a:solidFill>
                  <a:schemeClr val="tx1"/>
                </a:solidFill>
              </a:defRPr>
            </a:lvl4pPr>
            <a:lvl5pPr marL="914400" indent="0">
              <a:lnSpc>
                <a:spcPct val="100000"/>
              </a:lnSpc>
              <a:buNone/>
              <a:defRPr sz="3200" b="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2462856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13" name="Rectangle 12">
            <a:extLst>
              <a:ext uri="{FF2B5EF4-FFF2-40B4-BE49-F238E27FC236}">
                <a16:creationId xmlns:a16="http://schemas.microsoft.com/office/drawing/2014/main" id="{F49986CB-27CC-E8D1-6341-4F461EB28D7D}"/>
              </a:ext>
              <a:ext uri="{C183D7F6-B498-43B3-948B-1728B52AA6E4}">
                <adec:decorative xmlns:adec="http://schemas.microsoft.com/office/drawing/2017/decorative" val="1"/>
              </a:ext>
            </a:extLst>
          </p:cNvPr>
          <p:cNvSpPr/>
          <p:nvPr/>
        </p:nvSpPr>
        <p:spPr>
          <a:xfrm flipH="1">
            <a:off x="8055" y="3"/>
            <a:ext cx="5597866" cy="6857997"/>
          </a:xfrm>
          <a:prstGeom prst="rect">
            <a:avLst/>
          </a:prstGeom>
          <a:gradFill flip="none" rotWithShape="1">
            <a:gsLst>
              <a:gs pos="1149">
                <a:schemeClr val="bg2">
                  <a:alpha val="0"/>
                </a:schemeClr>
              </a:gs>
              <a:gs pos="31000">
                <a:schemeClr val="bg2"/>
              </a:gs>
              <a:gs pos="78000">
                <a:schemeClr val="accent6">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2FB24053-097C-6D55-5E0C-0603408E5C88}"/>
              </a:ext>
            </a:extLst>
          </p:cNvPr>
          <p:cNvSpPr/>
          <p:nvPr userDrawn="1"/>
        </p:nvSpPr>
        <p:spPr>
          <a:xfrm rot="16200000" flipH="1">
            <a:off x="-801968" y="801971"/>
            <a:ext cx="6647886" cy="5043946"/>
          </a:xfrm>
          <a:prstGeom prst="rect">
            <a:avLst/>
          </a:prstGeom>
          <a:gradFill flip="none" rotWithShape="1">
            <a:gsLst>
              <a:gs pos="0">
                <a:schemeClr val="accent3">
                  <a:lumMod val="60000"/>
                  <a:lumOff val="40000"/>
                </a:schemeClr>
              </a:gs>
              <a:gs pos="64000">
                <a:schemeClr val="accent1">
                  <a:lumMod val="75000"/>
                  <a:alpha val="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35CFC7E7-57B7-4617-A947-41F006E88028}" type="datetime1">
              <a:rPr lang="en-US" smtClean="0"/>
              <a:t>1/11/2026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a:xfrm>
            <a:off x="5212080"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3" name="Rectangle 2">
            <a:extLst>
              <a:ext uri="{FF2B5EF4-FFF2-40B4-BE49-F238E27FC236}">
                <a16:creationId xmlns:a16="http://schemas.microsoft.com/office/drawing/2014/main" id="{B3000478-6B9C-F9F2-C4B5-C9452F94C79C}"/>
              </a:ext>
            </a:extLst>
          </p:cNvPr>
          <p:cNvSpPr/>
          <p:nvPr userDrawn="1"/>
        </p:nvSpPr>
        <p:spPr>
          <a:xfrm rot="5400000" flipH="1">
            <a:off x="-433217" y="436937"/>
            <a:ext cx="6838297" cy="6003826"/>
          </a:xfrm>
          <a:prstGeom prst="rect">
            <a:avLst/>
          </a:prstGeom>
          <a:gradFill flip="none" rotWithShape="1">
            <a:gsLst>
              <a:gs pos="23000">
                <a:schemeClr val="bg2"/>
              </a:gs>
              <a:gs pos="55000">
                <a:schemeClr val="bg2">
                  <a:alpha val="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67536FF5-9154-5325-5E33-F0EC96653800}"/>
              </a:ext>
            </a:extLst>
          </p:cNvPr>
          <p:cNvSpPr/>
          <p:nvPr userDrawn="1"/>
        </p:nvSpPr>
        <p:spPr>
          <a:xfrm rot="5400000" flipH="1">
            <a:off x="3491683" y="1418303"/>
            <a:ext cx="1932033" cy="8947354"/>
          </a:xfrm>
          <a:prstGeom prst="rect">
            <a:avLst/>
          </a:prstGeom>
          <a:gradFill flip="none" rotWithShape="1">
            <a:gsLst>
              <a:gs pos="0">
                <a:schemeClr val="accent4"/>
              </a:gs>
              <a:gs pos="53000">
                <a:schemeClr val="bg2">
                  <a:alpha val="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Content Placeholder 9">
            <a:extLst>
              <a:ext uri="{FF2B5EF4-FFF2-40B4-BE49-F238E27FC236}">
                <a16:creationId xmlns:a16="http://schemas.microsoft.com/office/drawing/2014/main" id="{9EC4EF12-D46B-1903-6274-05152A8CAB65}"/>
              </a:ext>
            </a:extLst>
          </p:cNvPr>
          <p:cNvSpPr>
            <a:spLocks noGrp="1"/>
          </p:cNvSpPr>
          <p:nvPr>
            <p:ph sz="quarter" idx="17" hasCustomPrompt="1"/>
          </p:nvPr>
        </p:nvSpPr>
        <p:spPr>
          <a:xfrm>
            <a:off x="5212080" y="762000"/>
            <a:ext cx="5717459" cy="5334000"/>
          </a:xfrm>
        </p:spPr>
        <p:txBody>
          <a:bodyPr anchor="t">
            <a:normAutofit/>
          </a:bodyPr>
          <a:lstStyle>
            <a:lvl1pPr>
              <a:lnSpc>
                <a:spcPct val="100000"/>
              </a:lnSpc>
              <a:defRPr sz="4800"/>
            </a:lvl1pPr>
            <a:lvl2pPr>
              <a:lnSpc>
                <a:spcPct val="100000"/>
              </a:lnSpc>
              <a:defRPr sz="4400"/>
            </a:lvl2pPr>
            <a:lvl3pPr>
              <a:lnSpc>
                <a:spcPct val="100000"/>
              </a:lnSpc>
              <a:defRPr sz="4000"/>
            </a:lvl3pPr>
            <a:lvl4pPr>
              <a:lnSpc>
                <a:spcPct val="100000"/>
              </a:lnSpc>
              <a:defRPr sz="3600"/>
            </a:lvl4pPr>
            <a:lvl5pPr>
              <a:lnSpc>
                <a:spcPct val="100000"/>
              </a:lnSpc>
              <a:defRPr sz="32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6267140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0BDAA3E-BE52-42BC-99E8-CCCB81A57ABD}" type="datetime1">
              <a:rPr lang="en-US" smtClean="0"/>
              <a:t>1/11/2026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userDrawn="1"/>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501327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Quot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35383F-36EC-D5B0-180D-4D5F853027D1}"/>
              </a:ext>
            </a:extLst>
          </p:cNvPr>
          <p:cNvSpPr/>
          <p:nvPr/>
        </p:nvSpPr>
        <p:spPr>
          <a:xfrm flipH="1">
            <a:off x="-1" y="0"/>
            <a:ext cx="12192002" cy="6858000"/>
          </a:xfrm>
          <a:prstGeom prst="rect">
            <a:avLst/>
          </a:prstGeom>
          <a:gradFill flip="none" rotWithShape="1">
            <a:gsLst>
              <a:gs pos="10000">
                <a:schemeClr val="accent3">
                  <a:lumMod val="60000"/>
                  <a:lumOff val="40000"/>
                  <a:alpha val="75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CB5E5C4-3819-D8FF-73C4-648E36786FBE}"/>
              </a:ext>
            </a:extLst>
          </p:cNvPr>
          <p:cNvSpPr/>
          <p:nvPr/>
        </p:nvSpPr>
        <p:spPr>
          <a:xfrm>
            <a:off x="1524" y="0"/>
            <a:ext cx="12188952" cy="6858000"/>
          </a:xfrm>
          <a:prstGeom prst="rect">
            <a:avLst/>
          </a:prstGeom>
          <a:gradFill>
            <a:gsLst>
              <a:gs pos="27000">
                <a:schemeClr val="accent2">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FEFB336-7C01-1B2B-DE9C-135CE71E2AF4}"/>
              </a:ext>
            </a:extLst>
          </p:cNvPr>
          <p:cNvSpPr/>
          <p:nvPr/>
        </p:nvSpPr>
        <p:spPr>
          <a:xfrm rot="10800000" flipH="1">
            <a:off x="3048" y="1"/>
            <a:ext cx="12188952" cy="5601805"/>
          </a:xfrm>
          <a:prstGeom prst="rect">
            <a:avLst/>
          </a:prstGeom>
          <a:gradFill flip="none" rotWithShape="1">
            <a:gsLst>
              <a:gs pos="56000">
                <a:schemeClr val="accent1">
                  <a:alpha val="0"/>
                </a:schemeClr>
              </a:gs>
              <a:gs pos="89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2475326" y="4967784"/>
            <a:ext cx="7241347"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54A4A468-500F-41B2-B72F-78A325FCC0DA}" type="datetime1">
              <a:rPr lang="en-US" smtClean="0"/>
              <a:t>1/11/2026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2475326" y="1405719"/>
            <a:ext cx="7241347" cy="3261814"/>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9484912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12C5369-3140-EE0E-90D0-D10162CA9486}"/>
              </a:ext>
            </a:extLst>
          </p:cNvPr>
          <p:cNvSpPr/>
          <p:nvPr/>
        </p:nvSpPr>
        <p:spPr>
          <a:xfrm flipH="1">
            <a:off x="8215952" y="0"/>
            <a:ext cx="3976048" cy="6858000"/>
          </a:xfrm>
          <a:prstGeom prst="rect">
            <a:avLst/>
          </a:prstGeom>
          <a:gradFill>
            <a:gsLst>
              <a:gs pos="51000">
                <a:schemeClr val="bg2">
                  <a:alpha val="0"/>
                </a:schemeClr>
              </a:gs>
              <a:gs pos="100000">
                <a:schemeClr val="accent1">
                  <a:lumMod val="75000"/>
                  <a:alpha val="80000"/>
                </a:schemeClr>
              </a:gs>
            </a:gsLst>
            <a:lin ang="11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274320" y="5336274"/>
            <a:ext cx="8607140" cy="683525"/>
          </a:xfrm>
        </p:spPr>
        <p:txBody>
          <a:bodyPr anchor="ctr">
            <a:normAutofit/>
          </a:bodyPr>
          <a:lstStyle>
            <a:lvl1pPr marL="137160" indent="-137160">
              <a:defRPr sz="1800"/>
            </a:lvl1pPr>
          </a:lstStyle>
          <a:p>
            <a:r>
              <a:rPr lang="en-US"/>
              <a:t>Quote Author</a:t>
            </a:r>
          </a:p>
        </p:txBody>
      </p:sp>
      <p:sp>
        <p:nvSpPr>
          <p:cNvPr id="8" name="Rectangle 7">
            <a:extLst>
              <a:ext uri="{FF2B5EF4-FFF2-40B4-BE49-F238E27FC236}">
                <a16:creationId xmlns:a16="http://schemas.microsoft.com/office/drawing/2014/main" id="{5A820F3D-C559-60AA-7FD0-657FB2431DB3}"/>
              </a:ext>
            </a:extLst>
          </p:cNvPr>
          <p:cNvSpPr/>
          <p:nvPr/>
        </p:nvSpPr>
        <p:spPr>
          <a:xfrm flipH="1">
            <a:off x="8215952" y="0"/>
            <a:ext cx="3976048" cy="6858000"/>
          </a:xfrm>
          <a:prstGeom prst="rect">
            <a:avLst/>
          </a:prstGeom>
          <a:gradFill>
            <a:gsLst>
              <a:gs pos="75000">
                <a:schemeClr val="bg2">
                  <a:alpha val="0"/>
                </a:schemeClr>
              </a:gs>
              <a:gs pos="96000">
                <a:schemeClr val="accent3">
                  <a:lumMod val="60000"/>
                  <a:lumOff val="40000"/>
                  <a:alpha val="65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03E200B1-3B6B-802E-E076-92826DD27EA2}"/>
              </a:ext>
            </a:extLst>
          </p:cNvPr>
          <p:cNvCxnSpPr>
            <a:cxnSpLocks/>
          </p:cNvCxnSpPr>
          <p:nvPr/>
        </p:nvCxnSpPr>
        <p:spPr>
          <a:xfrm flipH="1">
            <a:off x="394716" y="489532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0" name="Date Placeholder 9">
            <a:extLst>
              <a:ext uri="{FF2B5EF4-FFF2-40B4-BE49-F238E27FC236}">
                <a16:creationId xmlns:a16="http://schemas.microsoft.com/office/drawing/2014/main" id="{6CBAF11E-83FD-0A35-2B1B-893C4D55AE9F}"/>
              </a:ext>
            </a:extLst>
          </p:cNvPr>
          <p:cNvSpPr>
            <a:spLocks noGrp="1"/>
          </p:cNvSpPr>
          <p:nvPr>
            <p:ph type="dt" sz="half" idx="14"/>
          </p:nvPr>
        </p:nvSpPr>
        <p:spPr/>
        <p:txBody>
          <a:bodyPr/>
          <a:lstStyle/>
          <a:p>
            <a:fld id="{7DA2CEDE-2AB4-4FB8-9551-E0AA4222B1A3}" type="datetime1">
              <a:rPr lang="en-US" smtClean="0"/>
              <a:t>1/11/2026</a:t>
            </a:fld>
            <a:endParaRPr lang="en-US"/>
          </a:p>
        </p:txBody>
      </p:sp>
      <p:sp>
        <p:nvSpPr>
          <p:cNvPr id="11" name="Footer Placeholder 10">
            <a:extLst>
              <a:ext uri="{FF2B5EF4-FFF2-40B4-BE49-F238E27FC236}">
                <a16:creationId xmlns:a16="http://schemas.microsoft.com/office/drawing/2014/main" id="{2C8F38B5-19FF-BF8F-54FC-894E66C40672}"/>
              </a:ext>
            </a:extLst>
          </p:cNvPr>
          <p:cNvSpPr>
            <a:spLocks noGrp="1"/>
          </p:cNvSpPr>
          <p:nvPr>
            <p:ph type="ftr" sz="quarter" idx="15"/>
          </p:nvPr>
        </p:nvSpPr>
        <p:spPr/>
        <p:txBody>
          <a:bodyPr/>
          <a:lstStyle/>
          <a:p>
            <a:r>
              <a:rPr lang="en-US"/>
              <a:t>Sample Footer Text</a:t>
            </a:r>
          </a:p>
        </p:txBody>
      </p:sp>
      <p:sp>
        <p:nvSpPr>
          <p:cNvPr id="12" name="Slide Number Placeholder 11">
            <a:extLst>
              <a:ext uri="{FF2B5EF4-FFF2-40B4-BE49-F238E27FC236}">
                <a16:creationId xmlns:a16="http://schemas.microsoft.com/office/drawing/2014/main" id="{851EB385-BC70-148F-174E-479BEC0F52E8}"/>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274320" y="1714500"/>
            <a:ext cx="8587285" cy="2625487"/>
          </a:xfrm>
        </p:spPr>
        <p:txBody>
          <a:bodyPr anchor="ctr">
            <a:noAutofit/>
          </a:bodyPr>
          <a:lstStyle>
            <a:lvl1pPr marL="0" indent="0">
              <a:lnSpc>
                <a:spcPct val="100000"/>
              </a:lnSpc>
              <a:buNone/>
              <a:defRPr sz="4400" b="0">
                <a:solidFill>
                  <a:schemeClr val="tx1"/>
                </a:solidFill>
              </a:defRPr>
            </a:lvl1pPr>
            <a:lvl2pPr marL="228600" indent="0">
              <a:lnSpc>
                <a:spcPct val="100000"/>
              </a:lnSpc>
              <a:buNone/>
              <a:defRPr sz="4400" b="0">
                <a:solidFill>
                  <a:schemeClr val="tx1"/>
                </a:solidFill>
              </a:defRPr>
            </a:lvl2pPr>
            <a:lvl3pPr marL="457200" indent="0">
              <a:lnSpc>
                <a:spcPct val="100000"/>
              </a:lnSpc>
              <a:buNone/>
              <a:defRPr sz="4000" b="0">
                <a:solidFill>
                  <a:schemeClr val="tx1"/>
                </a:solidFill>
              </a:defRPr>
            </a:lvl3pPr>
            <a:lvl4pPr marL="685800" indent="0">
              <a:lnSpc>
                <a:spcPct val="100000"/>
              </a:lnSpc>
              <a:buNone/>
              <a:defRPr sz="3600" b="0">
                <a:solidFill>
                  <a:schemeClr val="tx1"/>
                </a:solidFill>
              </a:defRPr>
            </a:lvl4pPr>
            <a:lvl5pPr marL="914400" indent="0">
              <a:lnSpc>
                <a:spcPct val="100000"/>
              </a:lnSpc>
              <a:buNone/>
              <a:defRPr sz="3200" b="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8357141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1B1491A9-BF26-4517-AB22-6183D453A902}" type="datetime1">
              <a:rPr lang="en-US" smtClean="0"/>
              <a:t>1/11/2026</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E0677F5-4A8A-4BF1-96BE-3BAE8FBAFE2E}" type="slidenum">
              <a:rPr lang="en-US" smtClean="0"/>
              <a:t>‹#›</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636206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3A5024DF-23AF-419A-978A-28215FBF1E37}" type="datetime1">
              <a:rPr lang="en-US" smtClean="0"/>
              <a:t>1/11/2026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800456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983230"/>
            <a:ext cx="9830017" cy="877376"/>
          </a:xfrm>
        </p:spPr>
        <p:txBody>
          <a:bodyPr anchor="t">
            <a:normAutofit/>
          </a:bodyPr>
          <a:lstStyle>
            <a:lvl1pPr>
              <a:defRPr sz="50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9CF24436-170D-487D-ADBB-C24D74D1C150}" type="datetime1">
              <a:rPr lang="en-US" smtClean="0"/>
              <a:t>1/11/2026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E0677F5-4A8A-4BF1-96BE-3BAE8FBAFE2E}" type="slidenum">
              <a:rPr lang="en-US" smtClean="0"/>
              <a:t>‹#›</a:t>
            </a:fld>
            <a:endParaRPr lang="en-US"/>
          </a:p>
        </p:txBody>
      </p:sp>
      <p:sp>
        <p:nvSpPr>
          <p:cNvPr id="4" name="Rectangle 3">
            <a:extLst>
              <a:ext uri="{FF2B5EF4-FFF2-40B4-BE49-F238E27FC236}">
                <a16:creationId xmlns:a16="http://schemas.microsoft.com/office/drawing/2014/main" id="{D69261CB-4EFB-BCD1-842F-3895D3F35D6A}"/>
              </a:ext>
            </a:extLst>
          </p:cNvPr>
          <p:cNvSpPr/>
          <p:nvPr/>
        </p:nvSpPr>
        <p:spPr>
          <a:xfrm rot="10800000">
            <a:off x="0" y="2221515"/>
            <a:ext cx="12192000" cy="1825033"/>
          </a:xfrm>
          <a:prstGeom prst="rect">
            <a:avLst/>
          </a:prstGeom>
          <a:gradFill>
            <a:gsLst>
              <a:gs pos="63000">
                <a:schemeClr val="bg2">
                  <a:alpha val="0"/>
                </a:schemeClr>
              </a:gs>
              <a:gs pos="100000">
                <a:schemeClr val="accent1"/>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11813EA-BFDF-185B-80F0-B1786A1A10E5}"/>
              </a:ext>
            </a:extLst>
          </p:cNvPr>
          <p:cNvSpPr/>
          <p:nvPr/>
        </p:nvSpPr>
        <p:spPr>
          <a:xfrm rot="16200000" flipH="1">
            <a:off x="7850483" y="-294964"/>
            <a:ext cx="1825034" cy="6858000"/>
          </a:xfrm>
          <a:prstGeom prst="rect">
            <a:avLst/>
          </a:prstGeom>
          <a:gradFill>
            <a:gsLst>
              <a:gs pos="56000">
                <a:schemeClr val="bg1">
                  <a:alpha val="0"/>
                </a:schemeClr>
              </a:gs>
              <a:gs pos="100000">
                <a:schemeClr val="accent3"/>
              </a:gs>
            </a:gsLst>
            <a:lin ang="9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241964" y="3429000"/>
            <a:ext cx="8226135" cy="2434712"/>
          </a:xfrm>
        </p:spPr>
        <p:txBody>
          <a:bodyPr vert="horz" lIns="91440" tIns="45720" rIns="91440" bIns="45720" rtlCol="0">
            <a:normAutofit/>
          </a:bodyPr>
          <a:lstStyle>
            <a:lvl1pPr marL="0" indent="0">
              <a:buNone/>
              <a:defRPr lang="en-US" sz="1600" dirty="0"/>
            </a:lvl1pPr>
            <a:lvl2pPr marL="228600" indent="0">
              <a:buNone/>
              <a:defRPr lang="en-US" sz="1200" dirty="0"/>
            </a:lvl2pPr>
            <a:lvl3pPr marL="457200" indent="0">
              <a:buNone/>
              <a:defRPr lang="en-US" sz="1100" dirty="0"/>
            </a:lvl3pPr>
            <a:lvl4pPr marL="685800" indent="0">
              <a:buNone/>
              <a:defRPr lang="en-US" sz="1050" dirty="0"/>
            </a:lvl4pPr>
            <a:lvl5pPr marL="914400" indent="0">
              <a:buNone/>
              <a:defRPr lang="en-US" sz="10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978364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7B01CFC0-D171-4F9D-A610-2F47C1080058}" type="datetime1">
              <a:rPr lang="en-US" smtClean="0"/>
              <a:t>1/11/2026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6931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7DA2CEDE-2AB4-4FB8-9551-E0AA4222B1A3}" type="datetime1">
              <a:rPr lang="en-US" smtClean="0"/>
              <a:t>1/11/2026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r>
              <a:rPr lang="en-US"/>
              <a:t>Sample Footer Text</a:t>
            </a:r>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5E0677F5-4A8A-4BF1-96BE-3BAE8FBAFE2E}" type="slidenum">
              <a:rPr lang="en-US" smtClean="0"/>
              <a:pPr/>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userDrawn="1"/>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528553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6C42483-B3E3-4399-B6B2-4B1D067F8CE5}" type="datetime1">
              <a:rPr lang="en-US" smtClean="0"/>
              <a:t>1/11/2026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354861876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A36574F-2CAD-411B-9EF3-12D0DF2C09EB}" type="datetime1">
              <a:rPr lang="en-US" smtClean="0"/>
              <a:t>1/11/2026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128000886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301752" y="1124712"/>
            <a:ext cx="3543299" cy="1627415"/>
          </a:xfrm>
        </p:spPr>
        <p:txBody>
          <a:bodyPr anchor="t">
            <a:normAutofit/>
          </a:bodyPr>
          <a:lstStyle>
            <a:lvl1pPr>
              <a:defRPr sz="3200"/>
            </a:lvl1pPr>
          </a:lstStyle>
          <a:p>
            <a:r>
              <a:rPr lang="en-US"/>
              <a:t>Click to edit Master title style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5B5223AD-184F-4273-AC4F-854D3B259B85}" type="datetime1">
              <a:rPr lang="en-US" smtClean="0"/>
              <a:t>1/11/2026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5212080" y="210114"/>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5E0677F5-4A8A-4BF1-96BE-3BAE8FBAFE2E}" type="slidenum">
              <a:rPr lang="en-US" smtClean="0"/>
              <a:t>‹#›</a:t>
            </a:fld>
            <a:endParaRPr lang="en-US"/>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301752" y="2857605"/>
            <a:ext cx="3543299" cy="3534229"/>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212080" y="1124712"/>
            <a:ext cx="6309360" cy="5219700"/>
          </a:xfrm>
        </p:spPr>
        <p:txBody>
          <a:bodyPr>
            <a:norm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91C6F58E-0CCE-AAF7-6F0A-E0B0FFF62A10}"/>
              </a:ext>
            </a:extLst>
          </p:cNvPr>
          <p:cNvSpPr/>
          <p:nvPr/>
        </p:nvSpPr>
        <p:spPr>
          <a:xfrm>
            <a:off x="-3" y="5655733"/>
            <a:ext cx="12191999" cy="1202267"/>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56634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301752" y="1124712"/>
            <a:ext cx="3546235" cy="1533073"/>
          </a:xfrm>
        </p:spPr>
        <p:txBody>
          <a:bodyPr anchor="t">
            <a:normAutofit/>
          </a:bodyPr>
          <a:lstStyle>
            <a:lvl1pPr>
              <a:defRPr sz="3200"/>
            </a:lvl1pPr>
          </a:lstStyle>
          <a:p>
            <a:r>
              <a:rPr lang="en-US"/>
              <a:t>Click to edit Master title style</a:t>
            </a:r>
          </a:p>
        </p:txBody>
      </p:sp>
      <p:sp>
        <p:nvSpPr>
          <p:cNvPr id="23" name="Date Placeholder 22">
            <a:extLst>
              <a:ext uri="{FF2B5EF4-FFF2-40B4-BE49-F238E27FC236}">
                <a16:creationId xmlns:a16="http://schemas.microsoft.com/office/drawing/2014/main" id="{8ACB14E1-4D3B-B55C-4791-64F774AC361F}"/>
              </a:ext>
            </a:extLst>
          </p:cNvPr>
          <p:cNvSpPr>
            <a:spLocks noGrp="1"/>
          </p:cNvSpPr>
          <p:nvPr>
            <p:ph type="dt" sz="half" idx="14"/>
          </p:nvPr>
        </p:nvSpPr>
        <p:spPr/>
        <p:txBody>
          <a:bodyPr/>
          <a:lstStyle/>
          <a:p>
            <a:fld id="{907E4E07-E412-47A0-AB1E-CAAABECD1A31}" type="datetime1">
              <a:rPr lang="en-US" smtClean="0"/>
              <a:t>1/11/2026</a:t>
            </a:fld>
            <a:endParaRPr lang="en-US"/>
          </a:p>
        </p:txBody>
      </p:sp>
      <p:sp>
        <p:nvSpPr>
          <p:cNvPr id="24" name="Footer Placeholder 23">
            <a:extLst>
              <a:ext uri="{FF2B5EF4-FFF2-40B4-BE49-F238E27FC236}">
                <a16:creationId xmlns:a16="http://schemas.microsoft.com/office/drawing/2014/main" id="{861F92C4-9651-789C-0B22-E6343EE25C7A}"/>
              </a:ext>
            </a:extLst>
          </p:cNvPr>
          <p:cNvSpPr>
            <a:spLocks noGrp="1"/>
          </p:cNvSpPr>
          <p:nvPr>
            <p:ph type="ftr" sz="quarter" idx="15"/>
          </p:nvPr>
        </p:nvSpPr>
        <p:spPr>
          <a:xfrm>
            <a:off x="5212080" y="210114"/>
            <a:ext cx="2509284" cy="365760"/>
          </a:xfrm>
        </p:spPr>
        <p:txBody>
          <a:bodyPr/>
          <a:lstStyle/>
          <a:p>
            <a:r>
              <a:rPr lang="en-US"/>
              <a:t>Sample Footer Text</a:t>
            </a:r>
          </a:p>
        </p:txBody>
      </p:sp>
      <p:sp>
        <p:nvSpPr>
          <p:cNvPr id="25" name="Slide Number Placeholder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301752" y="2706914"/>
            <a:ext cx="3236976" cy="3553861"/>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212080" y="1009816"/>
            <a:ext cx="6979920" cy="5856573"/>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408710521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dirty="0"/>
              <a:t>Click to edit Master title style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7DA2CEDE-2AB4-4FB8-9551-E0AA4222B1A3}" type="datetime1">
              <a:rPr lang="en-US" smtClean="0"/>
              <a:pPr/>
              <a:t>1/11/2026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5E0677F5-4A8A-4BF1-96BE-3BAE8FBAFE2E}" type="slidenum">
              <a:rPr lang="en-US" smtClean="0"/>
              <a:pPr/>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9977978"/>
      </p:ext>
    </p:extLst>
  </p:cSld>
  <p:clrMap bg1="dk1" tx1="lt1" bg2="dk2" tx2="lt2" accent1="accent1" accent2="accent2" accent3="accent3" accent4="accent4" accent5="accent5" accent6="accent6" hlink="hlink" folHlink="folHlink"/>
  <p:sldLayoutIdLst>
    <p:sldLayoutId id="2147483814" r:id="rId1"/>
    <p:sldLayoutId id="2147483838"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5" r:id="rId11"/>
    <p:sldLayoutId id="2147483826" r:id="rId12"/>
    <p:sldLayoutId id="2147483827" r:id="rId13"/>
    <p:sldLayoutId id="2147483828" r:id="rId14"/>
    <p:sldLayoutId id="2147483829" r:id="rId15"/>
    <p:sldLayoutId id="2147483830" r:id="rId16"/>
    <p:sldLayoutId id="2147483832" r:id="rId17"/>
    <p:sldLayoutId id="2147483833" r:id="rId18"/>
    <p:sldLayoutId id="2147483835" r:id="rId19"/>
    <p:sldLayoutId id="2147483836" r:id="rId20"/>
    <p:sldLayoutId id="2147483837" r:id="rId21"/>
    <p:sldLayoutId id="2147483839" r:id="rId22"/>
    <p:sldLayoutId id="2147483840" r:id="rId23"/>
    <p:sldLayoutId id="2147483841" r:id="rId24"/>
    <p:sldLayoutId id="2147483842" r:id="rId25"/>
    <p:sldLayoutId id="2147483844" r:id="rId26"/>
    <p:sldLayoutId id="2147483845" r:id="rId27"/>
    <p:sldLayoutId id="2147483846" r:id="rId28"/>
    <p:sldLayoutId id="2147483847" r:id="rId29"/>
    <p:sldLayoutId id="2147483848" r:id="rId30"/>
    <p:sldLayoutId id="2147483849" r:id="rId31"/>
    <p:sldLayoutId id="2147483850" r:id="rId32"/>
    <p:sldLayoutId id="2147483851" r:id="rId33"/>
    <p:sldLayoutId id="2147483852" r:id="rId34"/>
    <p:sldLayoutId id="2147483855" r:id="rId35"/>
    <p:sldLayoutId id="2147483856" r:id="rId36"/>
    <p:sldLayoutId id="2147483857" r:id="rId37"/>
    <p:sldLayoutId id="2147483858" r:id="rId38"/>
    <p:sldLayoutId id="2147483859" r:id="rId39"/>
    <p:sldLayoutId id="2147483861" r:id="rId40"/>
    <p:sldLayoutId id="2147483862" r:id="rId41"/>
    <p:sldLayoutId id="2147483863" r:id="rId42"/>
    <p:sldLayoutId id="2147483864" r:id="rId43"/>
    <p:sldLayoutId id="2147483865" r:id="rId44"/>
    <p:sldLayoutId id="2147483866" r:id="rId45"/>
    <p:sldLayoutId id="2147483867" r:id="rId46"/>
    <p:sldLayoutId id="2147483868" r:id="rId47"/>
    <p:sldLayoutId id="2147483870" r:id="rId48"/>
    <p:sldLayoutId id="2147483871" r:id="rId49"/>
    <p:sldLayoutId id="2147483872" r:id="rId50"/>
    <p:sldLayoutId id="2147483873" r:id="rId51"/>
    <p:sldLayoutId id="2147483874" r:id="rId52"/>
    <p:sldLayoutId id="2147483875" r:id="rId53"/>
    <p:sldLayoutId id="2147483876" r:id="rId54"/>
    <p:sldLayoutId id="2147483877" r:id="rId55"/>
    <p:sldLayoutId id="2147483878" r:id="rId56"/>
    <p:sldLayoutId id="2147483879" r:id="rId57"/>
    <p:sldLayoutId id="2147483880" r:id="rId58"/>
    <p:sldLayoutId id="2147483881" r:id="rId59"/>
    <p:sldLayoutId id="2147483882" r:id="rId60"/>
  </p:sldLayoutIdLst>
  <p:hf hdr="0"/>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userDrawn="1">
          <p15:clr>
            <a:srgbClr val="F26B43"/>
          </p15:clr>
        </p15:guide>
        <p15:guide id="22" orient="horz" pos="2160" userDrawn="1">
          <p15:clr>
            <a:srgbClr val="F26B43"/>
          </p15:clr>
        </p15:guide>
        <p15:guide id="23" pos="4800" userDrawn="1">
          <p15:clr>
            <a:srgbClr val="F26B43"/>
          </p15:clr>
        </p15:guide>
        <p15:guide id="24" orient="horz" pos="480" userDrawn="1">
          <p15:clr>
            <a:srgbClr val="F26B43"/>
          </p15:clr>
        </p15:guide>
        <p15:guide id="25" orient="horz" pos="864" userDrawn="1">
          <p15:clr>
            <a:srgbClr val="F26B43"/>
          </p15:clr>
        </p15:guide>
        <p15:guide id="26" pos="7392" userDrawn="1">
          <p15:clr>
            <a:srgbClr val="F26B43"/>
          </p15:clr>
        </p15:guide>
        <p15:guide id="27" orient="horz" pos="3840" userDrawn="1">
          <p15:clr>
            <a:srgbClr val="F26B43"/>
          </p15:clr>
        </p15:guide>
        <p15:guide id="28" pos="240" userDrawn="1">
          <p15:clr>
            <a:srgbClr val="F26B43"/>
          </p15:clr>
        </p15:guide>
        <p15:guide id="29" pos="74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3CD7A6F-467E-8F85-05EA-CE08E67293C4}"/>
              </a:ext>
            </a:extLst>
          </p:cNvPr>
          <p:cNvSpPr>
            <a:spLocks noGrp="1"/>
          </p:cNvSpPr>
          <p:nvPr>
            <p:ph type="title"/>
          </p:nvPr>
        </p:nvSpPr>
        <p:spPr>
          <a:xfrm>
            <a:off x="274320" y="388704"/>
            <a:ext cx="9509760" cy="4297679"/>
          </a:xfrm>
        </p:spPr>
        <p:txBody>
          <a:bodyPr anchor="t">
            <a:normAutofit/>
          </a:bodyPr>
          <a:lstStyle/>
          <a:p>
            <a:r>
              <a:rPr lang="en-US"/>
              <a:t>PETRONAS Proposal Deck: arifOS Governance Kernel</a:t>
            </a:r>
          </a:p>
        </p:txBody>
      </p:sp>
      <p:sp>
        <p:nvSpPr>
          <p:cNvPr id="4" name="Subtitle 3">
            <a:extLst>
              <a:ext uri="{FF2B5EF4-FFF2-40B4-BE49-F238E27FC236}">
                <a16:creationId xmlns:a16="http://schemas.microsoft.com/office/drawing/2014/main" id="{B4DEBF09-3B89-7E75-17FE-61F63D9400B8}"/>
              </a:ext>
            </a:extLst>
          </p:cNvPr>
          <p:cNvSpPr>
            <a:spLocks noGrp="1"/>
          </p:cNvSpPr>
          <p:nvPr>
            <p:ph type="subTitle" idx="1"/>
          </p:nvPr>
        </p:nvSpPr>
        <p:spPr>
          <a:xfrm>
            <a:off x="301751" y="5486399"/>
            <a:ext cx="6951553" cy="726128"/>
          </a:xfrm>
        </p:spPr>
        <p:txBody>
          <a:bodyPr anchor="t">
            <a:normAutofit/>
          </a:bodyPr>
          <a:lstStyle/>
          <a:p>
            <a:r>
              <a:rPr lang="en-US"/>
              <a:t>Innovative framework for effective governance and system control</a:t>
            </a:r>
          </a:p>
        </p:txBody>
      </p:sp>
      <p:sp>
        <p:nvSpPr>
          <p:cNvPr id="5" name="Date Placeholder 4">
            <a:extLst>
              <a:ext uri="{FF2B5EF4-FFF2-40B4-BE49-F238E27FC236}">
                <a16:creationId xmlns:a16="http://schemas.microsoft.com/office/drawing/2014/main" id="{FE996DA1-7DCE-9A4E-ACBF-18C9C96288B4}"/>
              </a:ext>
            </a:extLst>
          </p:cNvPr>
          <p:cNvSpPr>
            <a:spLocks noGrp="1"/>
          </p:cNvSpPr>
          <p:nvPr>
            <p:ph type="dt" sz="half" idx="10"/>
          </p:nvPr>
        </p:nvSpPr>
        <p:spPr>
          <a:xfrm>
            <a:off x="301752" y="6304985"/>
            <a:ext cx="2218156" cy="365760"/>
          </a:xfrm>
        </p:spPr>
        <p:txBody>
          <a:bodyPr anchor="ctr">
            <a:normAutofit/>
          </a:bodyPr>
          <a:lstStyle/>
          <a:p>
            <a:pPr>
              <a:spcAft>
                <a:spcPts val="600"/>
              </a:spcAft>
            </a:pPr>
            <a:fld id="{7DA2CEDE-2AB4-4FB8-9551-E0AA4222B1A3}" type="datetime1">
              <a:rPr lang="en-US" smtClean="0"/>
              <a:pPr>
                <a:spcAft>
                  <a:spcPts val="600"/>
                </a:spcAft>
              </a:pPr>
              <a:t>1/11/2026</a:t>
            </a:fld>
            <a:endParaRPr lang="en-US"/>
          </a:p>
        </p:txBody>
      </p:sp>
      <p:sp>
        <p:nvSpPr>
          <p:cNvPr id="6" name="Footer Placeholder 5">
            <a:extLst>
              <a:ext uri="{FF2B5EF4-FFF2-40B4-BE49-F238E27FC236}">
                <a16:creationId xmlns:a16="http://schemas.microsoft.com/office/drawing/2014/main" id="{94D412A6-96A4-11D0-3883-80CB0E626DF5}"/>
              </a:ext>
            </a:extLst>
          </p:cNvPr>
          <p:cNvSpPr>
            <a:spLocks noGrp="1"/>
          </p:cNvSpPr>
          <p:nvPr>
            <p:ph type="ftr" sz="quarter" idx="11"/>
          </p:nvPr>
        </p:nvSpPr>
        <p:spPr>
          <a:xfrm>
            <a:off x="7622485" y="6304985"/>
            <a:ext cx="2509284" cy="365760"/>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7E8B0A49-0BB6-1D8D-36C1-5D83085A5B90}"/>
              </a:ext>
            </a:extLst>
          </p:cNvPr>
          <p:cNvSpPr>
            <a:spLocks noGrp="1"/>
          </p:cNvSpPr>
          <p:nvPr>
            <p:ph type="sldNum" sz="quarter" idx="12"/>
          </p:nvPr>
        </p:nvSpPr>
        <p:spPr>
          <a:xfrm>
            <a:off x="11407526" y="6304985"/>
            <a:ext cx="493776" cy="365760"/>
          </a:xfrm>
        </p:spPr>
        <p:txBody>
          <a:bodyPr anchor="ctr">
            <a:normAutofit/>
          </a:bodyPr>
          <a:lstStyle/>
          <a:p>
            <a:pPr>
              <a:spcAft>
                <a:spcPts val="600"/>
              </a:spcAft>
            </a:pPr>
            <a:fld id="{5E0677F5-4A8A-4BF1-96BE-3BAE8FBAFE2E}" type="slidenum">
              <a:rPr lang="en-US" smtClean="0"/>
              <a:pPr>
                <a:spcAft>
                  <a:spcPts val="600"/>
                </a:spcAft>
              </a:pPr>
              <a:t>1</a:t>
            </a:fld>
            <a:endParaRPr lang="en-US"/>
          </a:p>
        </p:txBody>
      </p:sp>
    </p:spTree>
    <p:extLst>
      <p:ext uri="{BB962C8B-B14F-4D97-AF65-F5344CB8AC3E}">
        <p14:creationId xmlns:p14="http://schemas.microsoft.com/office/powerpoint/2010/main" val="3445766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700"/>
                                        <p:tgtEl>
                                          <p:spTgt spid="4">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4"/>
                                        </p:tgtEl>
                                        <p:attrNameLst>
                                          <p:attrName>style.visibility</p:attrName>
                                        </p:attrNameLst>
                                      </p:cBhvr>
                                      <p:to>
                                        <p:strVal val="visible"/>
                                      </p:to>
                                    </p:set>
                                    <p:animEffect transition="in" filter="fade">
                                      <p:cBhvr>
                                        <p:cTn id="13" dur="250"/>
                                        <p:tgtEl>
                                          <p:spTgt spid="4"/>
                                        </p:tgtEl>
                                      </p:cBhvr>
                                    </p:animEffect>
                                    <p:anim calcmode="lin" valueType="num">
                                      <p:cBhvr>
                                        <p:cTn id="14" dur="250" fill="hold"/>
                                        <p:tgtEl>
                                          <p:spTgt spid="4"/>
                                        </p:tgtEl>
                                        <p:attrNameLst>
                                          <p:attrName>ppt_x</p:attrName>
                                        </p:attrNameLst>
                                      </p:cBhvr>
                                      <p:tavLst>
                                        <p:tav tm="0">
                                          <p:val>
                                            <p:strVal val="#ppt_x"/>
                                          </p:val>
                                        </p:tav>
                                        <p:tav tm="100000">
                                          <p:val>
                                            <p:strVal val="#ppt_x"/>
                                          </p:val>
                                        </p:tav>
                                      </p:tavLst>
                                    </p:anim>
                                    <p:anim calcmode="lin" valueType="num">
                                      <p:cBhvr>
                                        <p:cTn id="15"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P spid="4"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88B3DAE-ECAD-9EE0-5A4D-5A94B65B4958}"/>
              </a:ext>
            </a:extLst>
          </p:cNvPr>
          <p:cNvSpPr>
            <a:spLocks noGrp="1"/>
          </p:cNvSpPr>
          <p:nvPr>
            <p:ph type="title"/>
          </p:nvPr>
        </p:nvSpPr>
        <p:spPr>
          <a:xfrm>
            <a:off x="3018499" y="952500"/>
            <a:ext cx="8887299" cy="5636798"/>
          </a:xfrm>
        </p:spPr>
        <p:txBody>
          <a:bodyPr anchor="b">
            <a:normAutofit/>
          </a:bodyPr>
          <a:lstStyle/>
          <a:p>
            <a:r>
              <a:rPr lang="en-US"/>
              <a:t>Executive Summary</a:t>
            </a:r>
          </a:p>
        </p:txBody>
      </p:sp>
      <p:sp>
        <p:nvSpPr>
          <p:cNvPr id="5" name="Date Placeholder 4">
            <a:extLst>
              <a:ext uri="{FF2B5EF4-FFF2-40B4-BE49-F238E27FC236}">
                <a16:creationId xmlns:a16="http://schemas.microsoft.com/office/drawing/2014/main" id="{B7D6A6BE-6926-B7B0-22BB-4A47D297C087}"/>
              </a:ext>
            </a:extLst>
          </p:cNvPr>
          <p:cNvSpPr>
            <a:spLocks noGrp="1"/>
          </p:cNvSpPr>
          <p:nvPr>
            <p:ph type="dt" sz="half" idx="10"/>
          </p:nvPr>
        </p:nvSpPr>
        <p:spPr>
          <a:xfrm>
            <a:off x="301752" y="210114"/>
            <a:ext cx="1759288" cy="365760"/>
          </a:xfrm>
        </p:spPr>
        <p:txBody>
          <a:bodyPr anchor="ctr">
            <a:normAutofit/>
          </a:bodyPr>
          <a:lstStyle/>
          <a:p>
            <a:pPr>
              <a:spcAft>
                <a:spcPts val="600"/>
              </a:spcAft>
            </a:pPr>
            <a:fld id="{7DA2CEDE-2AB4-4FB8-9551-E0AA4222B1A3}" type="datetime1">
              <a:rPr lang="en-US" smtClean="0"/>
              <a:pPr>
                <a:spcAft>
                  <a:spcPts val="600"/>
                </a:spcAft>
              </a:pPr>
              <a:t>1/11/2026</a:t>
            </a:fld>
            <a:endParaRPr lang="en-US"/>
          </a:p>
        </p:txBody>
      </p:sp>
      <p:sp>
        <p:nvSpPr>
          <p:cNvPr id="6" name="Footer Placeholder 5">
            <a:extLst>
              <a:ext uri="{FF2B5EF4-FFF2-40B4-BE49-F238E27FC236}">
                <a16:creationId xmlns:a16="http://schemas.microsoft.com/office/drawing/2014/main" id="{F9DE06AF-B9F0-4AA9-A460-199F19012245}"/>
              </a:ext>
            </a:extLst>
          </p:cNvPr>
          <p:cNvSpPr>
            <a:spLocks noGrp="1"/>
          </p:cNvSpPr>
          <p:nvPr>
            <p:ph type="ftr" sz="quarter" idx="11"/>
          </p:nvPr>
        </p:nvSpPr>
        <p:spPr>
          <a:xfrm>
            <a:off x="7622485" y="210114"/>
            <a:ext cx="2509284" cy="365760"/>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171868E0-D7AA-124F-0A23-5592A8316310}"/>
              </a:ext>
            </a:extLst>
          </p:cNvPr>
          <p:cNvSpPr>
            <a:spLocks noGrp="1"/>
          </p:cNvSpPr>
          <p:nvPr>
            <p:ph type="sldNum" sz="quarter" idx="12"/>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2</a:t>
            </a:fld>
            <a:endParaRPr lang="en-US"/>
          </a:p>
        </p:txBody>
      </p:sp>
    </p:spTree>
    <p:extLst>
      <p:ext uri="{BB962C8B-B14F-4D97-AF65-F5344CB8AC3E}">
        <p14:creationId xmlns:p14="http://schemas.microsoft.com/office/powerpoint/2010/main" val="17129701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6D138-F82E-A54B-B249-5B6CC06312DE}"/>
              </a:ext>
            </a:extLst>
          </p:cNvPr>
          <p:cNvSpPr>
            <a:spLocks noGrp="1"/>
          </p:cNvSpPr>
          <p:nvPr>
            <p:ph type="title"/>
          </p:nvPr>
        </p:nvSpPr>
        <p:spPr>
          <a:xfrm>
            <a:off x="301752" y="1010934"/>
            <a:ext cx="3507418" cy="1398494"/>
          </a:xfrm>
        </p:spPr>
        <p:txBody>
          <a:bodyPr anchor="t">
            <a:normAutofit/>
          </a:bodyPr>
          <a:lstStyle/>
          <a:p>
            <a:r>
              <a:rPr lang="en-US"/>
              <a:t>arifOS Overview and Strategic Proposition</a:t>
            </a:r>
          </a:p>
        </p:txBody>
      </p:sp>
      <p:sp>
        <p:nvSpPr>
          <p:cNvPr id="3" name="Date Placeholder 2">
            <a:extLst>
              <a:ext uri="{FF2B5EF4-FFF2-40B4-BE49-F238E27FC236}">
                <a16:creationId xmlns:a16="http://schemas.microsoft.com/office/drawing/2014/main" id="{9ADDA22C-390A-FAEB-BE8F-7B642342A491}"/>
              </a:ext>
            </a:extLst>
          </p:cNvPr>
          <p:cNvSpPr>
            <a:spLocks noGrp="1"/>
          </p:cNvSpPr>
          <p:nvPr>
            <p:ph type="dt" sz="half" idx="14"/>
          </p:nvPr>
        </p:nvSpPr>
        <p:spPr>
          <a:xfrm>
            <a:off x="301752" y="210114"/>
            <a:ext cx="1759288" cy="365760"/>
          </a:xfrm>
        </p:spPr>
        <p:txBody>
          <a:bodyPr anchor="ctr">
            <a:normAutofit/>
          </a:bodyPr>
          <a:lstStyle/>
          <a:p>
            <a:pPr>
              <a:spcAft>
                <a:spcPts val="600"/>
              </a:spcAft>
            </a:pPr>
            <a:fld id="{7B01CFC0-D171-4F9D-A610-2F47C1080058}" type="datetime1">
              <a:rPr lang="en-US" smtClean="0"/>
              <a:pPr>
                <a:spcAft>
                  <a:spcPts val="600"/>
                </a:spcAft>
              </a:pPr>
              <a:t>1/11/2026</a:t>
            </a:fld>
            <a:endParaRPr lang="en-US"/>
          </a:p>
        </p:txBody>
      </p:sp>
      <p:sp>
        <p:nvSpPr>
          <p:cNvPr id="4" name="Footer Placeholder 3">
            <a:extLst>
              <a:ext uri="{FF2B5EF4-FFF2-40B4-BE49-F238E27FC236}">
                <a16:creationId xmlns:a16="http://schemas.microsoft.com/office/drawing/2014/main" id="{8358A885-2B29-0FA4-ABCF-04F2539318D0}"/>
              </a:ext>
            </a:extLst>
          </p:cNvPr>
          <p:cNvSpPr>
            <a:spLocks noGrp="1"/>
          </p:cNvSpPr>
          <p:nvPr>
            <p:ph type="ftr" sz="quarter" idx="15"/>
          </p:nvPr>
        </p:nvSpPr>
        <p:spPr>
          <a:xfrm>
            <a:off x="4932680" y="210114"/>
            <a:ext cx="2509284"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B4FCDC70-A790-8117-A953-CA426AEB3E38}"/>
              </a:ext>
            </a:extLst>
          </p:cNvPr>
          <p:cNvSpPr>
            <a:spLocks noGrp="1"/>
          </p:cNvSpPr>
          <p:nvPr>
            <p:ph type="sldNum" sz="quarter" idx="16"/>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3</a:t>
            </a:fld>
            <a:endParaRPr lang="en-US"/>
          </a:p>
        </p:txBody>
      </p:sp>
      <p:pic>
        <p:nvPicPr>
          <p:cNvPr id="8" name="Content Placeholder 7" descr="Rules for compliance with policies business">
            <a:extLst>
              <a:ext uri="{FF2B5EF4-FFF2-40B4-BE49-F238E27FC236}">
                <a16:creationId xmlns:a16="http://schemas.microsoft.com/office/drawing/2014/main" id="{35EFE7D9-831C-4A95-B8B7-178674DE588F}"/>
              </a:ext>
            </a:extLst>
          </p:cNvPr>
          <p:cNvPicPr>
            <a:picLocks noGrp="1" noChangeAspect="1"/>
          </p:cNvPicPr>
          <p:nvPr>
            <p:ph type="pic" sz="quarter" idx="17"/>
          </p:nvPr>
        </p:nvPicPr>
        <p:blipFill>
          <a:blip r:embed="rId3"/>
          <a:stretch/>
        </p:blipFill>
        <p:spPr>
          <a:xfrm>
            <a:off x="451351" y="3390816"/>
            <a:ext cx="3357819" cy="2241344"/>
          </a:xfrm>
        </p:spPr>
      </p:pic>
      <p:sp>
        <p:nvSpPr>
          <p:cNvPr id="7" name="Content Placeholder 6">
            <a:extLst>
              <a:ext uri="{FF2B5EF4-FFF2-40B4-BE49-F238E27FC236}">
                <a16:creationId xmlns:a16="http://schemas.microsoft.com/office/drawing/2014/main" id="{C344B831-7772-E14C-7691-D59843C2727B}"/>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32679" y="1010932"/>
            <a:ext cx="6492240" cy="5212080"/>
          </a:xfrm>
        </p:spPr>
        <p:txBody>
          <a:bodyPr>
            <a:normAutofit/>
          </a:bodyPr>
          <a:lstStyle/>
          <a:p>
            <a:pPr marL="0" indent="0">
              <a:spcBef>
                <a:spcPts val="2500"/>
              </a:spcBef>
              <a:buFont typeface="Arial" panose="020B0604020202020204" pitchFamily="34" charset="0"/>
              <a:buNone/>
            </a:pPr>
            <a:r>
              <a:rPr lang="en-US" b="1"/>
              <a:t>Constitutional AI Governance</a:t>
            </a:r>
          </a:p>
          <a:p>
            <a:pPr marL="0" lvl="1" indent="0">
              <a:buFont typeface="Arial" panose="020B0604020202020204" pitchFamily="34" charset="0"/>
              <a:buNone/>
            </a:pPr>
            <a:r>
              <a:t>arifOS enforces fail-closed governance with nine constitutional floors ensuring integrity and compliance.</a:t>
            </a:r>
            <a:endParaRPr lang="en-US"/>
          </a:p>
          <a:p>
            <a:pPr marL="0" indent="0">
              <a:spcBef>
                <a:spcPts val="2500"/>
              </a:spcBef>
              <a:buFont typeface="Arial" panose="020B0604020202020204" pitchFamily="34" charset="0"/>
              <a:buNone/>
            </a:pPr>
            <a:r>
              <a:rPr lang="en-US" b="1"/>
              <a:t>Risk Mitigation and Audit</a:t>
            </a:r>
          </a:p>
          <a:p>
            <a:pPr marL="0" lvl="1" indent="0">
              <a:buFont typeface="Arial" panose="020B0604020202020204" pitchFamily="34" charset="0"/>
              <a:buNone/>
            </a:pPr>
            <a:r>
              <a:t>The kernel addresses risks like hallucination and audit complexity with refusal-first logic and audit-ready documentation.</a:t>
            </a:r>
            <a:endParaRPr lang="en-US"/>
          </a:p>
          <a:p>
            <a:pPr marL="0" indent="0">
              <a:spcBef>
                <a:spcPts val="2500"/>
              </a:spcBef>
              <a:buFont typeface="Arial" panose="020B0604020202020204" pitchFamily="34" charset="0"/>
              <a:buNone/>
            </a:pPr>
            <a:r>
              <a:rPr lang="en-US" b="1"/>
              <a:t>Strategic Alignment and ROI</a:t>
            </a:r>
          </a:p>
          <a:p>
            <a:pPr marL="0" lvl="1" indent="0">
              <a:buFont typeface="Arial" panose="020B0604020202020204" pitchFamily="34" charset="0"/>
              <a:buNone/>
            </a:pPr>
            <a:r>
              <a:t>arifOS aligns with digital governance principles, delivering measurable ROI through operational continuity and risk reduction.</a:t>
            </a:r>
            <a:endParaRPr lang="en-US"/>
          </a:p>
          <a:p>
            <a:pPr marL="0" indent="0">
              <a:spcBef>
                <a:spcPts val="2500"/>
              </a:spcBef>
              <a:buFont typeface="Arial" panose="020B0604020202020204" pitchFamily="34" charset="0"/>
              <a:buNone/>
            </a:pPr>
            <a:r>
              <a:rPr lang="en-US" b="1"/>
              <a:t>Enterprise-grade Resilience</a:t>
            </a:r>
          </a:p>
          <a:p>
            <a:pPr marL="0" lvl="1" indent="0">
              <a:buFont typeface="Arial" panose="020B0604020202020204" pitchFamily="34" charset="0"/>
              <a:buNone/>
            </a:pPr>
            <a:r>
              <a:t>The solution embodies resilience and robustness, reflected in its motto 'Forged, not given'.</a:t>
            </a:r>
            <a:endParaRPr lang="en-US"/>
          </a:p>
        </p:txBody>
      </p:sp>
    </p:spTree>
    <p:extLst>
      <p:ext uri="{BB962C8B-B14F-4D97-AF65-F5344CB8AC3E}">
        <p14:creationId xmlns:p14="http://schemas.microsoft.com/office/powerpoint/2010/main" val="35439910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5EF480-9604-9801-9F52-1867F4F49199}"/>
              </a:ext>
            </a:extLst>
          </p:cNvPr>
          <p:cNvSpPr>
            <a:spLocks noGrp="1"/>
          </p:cNvSpPr>
          <p:nvPr>
            <p:ph type="title"/>
          </p:nvPr>
        </p:nvSpPr>
        <p:spPr>
          <a:xfrm>
            <a:off x="3018499" y="952500"/>
            <a:ext cx="8887299" cy="5636798"/>
          </a:xfrm>
        </p:spPr>
        <p:txBody>
          <a:bodyPr anchor="b">
            <a:normAutofit/>
          </a:bodyPr>
          <a:lstStyle/>
          <a:p>
            <a:r>
              <a:rPr lang="en-US"/>
              <a:t>Why PETRONAS Needs arifOS</a:t>
            </a:r>
          </a:p>
        </p:txBody>
      </p:sp>
      <p:sp>
        <p:nvSpPr>
          <p:cNvPr id="5" name="Date Placeholder 4">
            <a:extLst>
              <a:ext uri="{FF2B5EF4-FFF2-40B4-BE49-F238E27FC236}">
                <a16:creationId xmlns:a16="http://schemas.microsoft.com/office/drawing/2014/main" id="{B7C9514C-3360-FF51-77C2-FDCA48B44E2D}"/>
              </a:ext>
            </a:extLst>
          </p:cNvPr>
          <p:cNvSpPr>
            <a:spLocks noGrp="1"/>
          </p:cNvSpPr>
          <p:nvPr>
            <p:ph type="dt" sz="half" idx="10"/>
          </p:nvPr>
        </p:nvSpPr>
        <p:spPr>
          <a:xfrm>
            <a:off x="301752" y="210114"/>
            <a:ext cx="1759288" cy="365760"/>
          </a:xfrm>
        </p:spPr>
        <p:txBody>
          <a:bodyPr anchor="ctr">
            <a:normAutofit/>
          </a:bodyPr>
          <a:lstStyle/>
          <a:p>
            <a:pPr>
              <a:spcAft>
                <a:spcPts val="600"/>
              </a:spcAft>
            </a:pPr>
            <a:fld id="{7DA2CEDE-2AB4-4FB8-9551-E0AA4222B1A3}" type="datetime1">
              <a:rPr lang="en-US" smtClean="0"/>
              <a:pPr>
                <a:spcAft>
                  <a:spcPts val="600"/>
                </a:spcAft>
              </a:pPr>
              <a:t>1/11/2026</a:t>
            </a:fld>
            <a:endParaRPr lang="en-US"/>
          </a:p>
        </p:txBody>
      </p:sp>
      <p:sp>
        <p:nvSpPr>
          <p:cNvPr id="6" name="Footer Placeholder 5">
            <a:extLst>
              <a:ext uri="{FF2B5EF4-FFF2-40B4-BE49-F238E27FC236}">
                <a16:creationId xmlns:a16="http://schemas.microsoft.com/office/drawing/2014/main" id="{151F96A8-241E-B2E4-ED84-644249A517EE}"/>
              </a:ext>
            </a:extLst>
          </p:cNvPr>
          <p:cNvSpPr>
            <a:spLocks noGrp="1"/>
          </p:cNvSpPr>
          <p:nvPr>
            <p:ph type="ftr" sz="quarter" idx="11"/>
          </p:nvPr>
        </p:nvSpPr>
        <p:spPr>
          <a:xfrm>
            <a:off x="7622485" y="210114"/>
            <a:ext cx="2509284" cy="365760"/>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EBE27D4E-9E32-ABC0-C645-85BFD2B0F4BF}"/>
              </a:ext>
            </a:extLst>
          </p:cNvPr>
          <p:cNvSpPr>
            <a:spLocks noGrp="1"/>
          </p:cNvSpPr>
          <p:nvPr>
            <p:ph type="sldNum" sz="quarter" idx="12"/>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4</a:t>
            </a:fld>
            <a:endParaRPr lang="en-US"/>
          </a:p>
        </p:txBody>
      </p:sp>
    </p:spTree>
    <p:extLst>
      <p:ext uri="{BB962C8B-B14F-4D97-AF65-F5344CB8AC3E}">
        <p14:creationId xmlns:p14="http://schemas.microsoft.com/office/powerpoint/2010/main" val="40753173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1ED69-A2AD-E132-9901-5135A2C4244A}"/>
              </a:ext>
            </a:extLst>
          </p:cNvPr>
          <p:cNvSpPr>
            <a:spLocks noGrp="1"/>
          </p:cNvSpPr>
          <p:nvPr>
            <p:ph type="title"/>
          </p:nvPr>
        </p:nvSpPr>
        <p:spPr>
          <a:xfrm>
            <a:off x="5210016" y="957435"/>
            <a:ext cx="6400800" cy="885847"/>
          </a:xfrm>
        </p:spPr>
        <p:txBody>
          <a:bodyPr anchor="b">
            <a:normAutofit/>
          </a:bodyPr>
          <a:lstStyle/>
          <a:p>
            <a:r>
              <a:rPr lang="en-US"/>
              <a:t>Governance Imperatives for AI Scaling</a:t>
            </a:r>
          </a:p>
        </p:txBody>
      </p:sp>
      <p:pic>
        <p:nvPicPr>
          <p:cNvPr id="8" name="Content Placeholder 7" descr="Metal cogs are turning. Regulations and compliance words are written on the cogs. Horizontal composition with copy space.">
            <a:extLst>
              <a:ext uri="{FF2B5EF4-FFF2-40B4-BE49-F238E27FC236}">
                <a16:creationId xmlns:a16="http://schemas.microsoft.com/office/drawing/2014/main" id="{BB6454B3-316D-46FF-8FBB-A6F52D932B4A}"/>
              </a:ext>
            </a:extLst>
          </p:cNvPr>
          <p:cNvPicPr>
            <a:picLocks noGrp="1" noChangeAspect="1"/>
          </p:cNvPicPr>
          <p:nvPr>
            <p:ph type="pic" sz="quarter" idx="15"/>
          </p:nvPr>
        </p:nvPicPr>
        <p:blipFill>
          <a:blip r:embed="rId3"/>
          <a:srcRect l="34008" r="27971"/>
          <a:stretch>
            <a:fillRect/>
          </a:stretch>
        </p:blipFill>
        <p:spPr>
          <a:xfrm>
            <a:off x="2" y="10"/>
            <a:ext cx="4698090" cy="6857991"/>
          </a:xfrm>
        </p:spPr>
      </p:pic>
      <p:sp>
        <p:nvSpPr>
          <p:cNvPr id="3" name="Date Placeholder 2">
            <a:extLst>
              <a:ext uri="{FF2B5EF4-FFF2-40B4-BE49-F238E27FC236}">
                <a16:creationId xmlns:a16="http://schemas.microsoft.com/office/drawing/2014/main" id="{EB6F5045-E395-885A-8E29-DCF6A32F8DD5}"/>
              </a:ext>
            </a:extLst>
          </p:cNvPr>
          <p:cNvSpPr>
            <a:spLocks noGrp="1"/>
          </p:cNvSpPr>
          <p:nvPr>
            <p:ph type="dt" sz="half" idx="16"/>
          </p:nvPr>
        </p:nvSpPr>
        <p:spPr>
          <a:xfrm>
            <a:off x="5213149" y="212239"/>
            <a:ext cx="2208276" cy="365760"/>
          </a:xfrm>
        </p:spPr>
        <p:txBody>
          <a:bodyPr anchor="ctr">
            <a:normAutofit/>
          </a:bodyPr>
          <a:lstStyle/>
          <a:p>
            <a:pPr>
              <a:spcAft>
                <a:spcPts val="600"/>
              </a:spcAft>
            </a:pPr>
            <a:fld id="{7B01CFC0-D171-4F9D-A610-2F47C1080058}" type="datetime1">
              <a:rPr lang="en-US" smtClean="0"/>
              <a:pPr>
                <a:spcAft>
                  <a:spcPts val="600"/>
                </a:spcAft>
              </a:pPr>
              <a:t>1/11/2026</a:t>
            </a:fld>
            <a:endParaRPr lang="en-US"/>
          </a:p>
        </p:txBody>
      </p:sp>
      <p:sp>
        <p:nvSpPr>
          <p:cNvPr id="4" name="Footer Placeholder 3">
            <a:extLst>
              <a:ext uri="{FF2B5EF4-FFF2-40B4-BE49-F238E27FC236}">
                <a16:creationId xmlns:a16="http://schemas.microsoft.com/office/drawing/2014/main" id="{8EA84FC0-96FA-1645-C4FB-2ADCDB0FB3BB}"/>
              </a:ext>
            </a:extLst>
          </p:cNvPr>
          <p:cNvSpPr>
            <a:spLocks noGrp="1"/>
          </p:cNvSpPr>
          <p:nvPr>
            <p:ph type="ftr" sz="quarter" idx="17"/>
          </p:nvPr>
        </p:nvSpPr>
        <p:spPr>
          <a:xfrm>
            <a:off x="7619999" y="210114"/>
            <a:ext cx="2297151"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70BF5428-85FF-7C46-0689-6F076673D2F7}"/>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5</a:t>
            </a:fld>
            <a:endParaRPr lang="en-US"/>
          </a:p>
        </p:txBody>
      </p:sp>
      <p:sp>
        <p:nvSpPr>
          <p:cNvPr id="7" name="Content Placeholder 6">
            <a:extLst>
              <a:ext uri="{FF2B5EF4-FFF2-40B4-BE49-F238E27FC236}">
                <a16:creationId xmlns:a16="http://schemas.microsoft.com/office/drawing/2014/main" id="{084BF1A4-D7B0-335A-3D95-6AF84D13791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0016" y="2054715"/>
            <a:ext cx="6400800" cy="4502965"/>
          </a:xfrm>
        </p:spPr>
        <p:txBody>
          <a:bodyPr>
            <a:normAutofit/>
          </a:bodyPr>
          <a:lstStyle/>
          <a:p>
            <a:pPr marL="0" indent="0">
              <a:spcBef>
                <a:spcPts val="2500"/>
              </a:spcBef>
              <a:buFont typeface="Arial" panose="020B0604020202020204" pitchFamily="34" charset="0"/>
              <a:buNone/>
            </a:pPr>
            <a:r>
              <a:rPr lang="en-US" b="1"/>
              <a:t>AI Adoption Challenges</a:t>
            </a:r>
          </a:p>
          <a:p>
            <a:pPr marL="0" lvl="1" indent="0">
              <a:buFont typeface="Arial" panose="020B0604020202020204" pitchFamily="34" charset="0"/>
              <a:buNone/>
            </a:pPr>
            <a:r>
              <a:t>AI initiatives involve complex workflows and high-stakes decisions introducing risks like non-compliance and ethical breaches.</a:t>
            </a:r>
            <a:endParaRPr lang="en-US"/>
          </a:p>
          <a:p>
            <a:pPr marL="0" indent="0">
              <a:spcBef>
                <a:spcPts val="2500"/>
              </a:spcBef>
              <a:buFont typeface="Arial" panose="020B0604020202020204" pitchFamily="34" charset="0"/>
              <a:buNone/>
            </a:pPr>
            <a:r>
              <a:rPr lang="en-US" b="1"/>
              <a:t>Need for Enhanced Governance</a:t>
            </a:r>
          </a:p>
          <a:p>
            <a:pPr marL="0" lvl="1" indent="0">
              <a:buFont typeface="Arial" panose="020B0604020202020204" pitchFamily="34" charset="0"/>
              <a:buNone/>
            </a:pPr>
            <a:r>
              <a:t>Current frameworks need automated, constitutional-level controls to manage dynamic AI behaviors effectively.</a:t>
            </a:r>
            <a:endParaRPr lang="en-US"/>
          </a:p>
          <a:p>
            <a:pPr marL="0" indent="0">
              <a:spcBef>
                <a:spcPts val="2500"/>
              </a:spcBef>
              <a:buFont typeface="Arial" panose="020B0604020202020204" pitchFamily="34" charset="0"/>
              <a:buNone/>
            </a:pPr>
            <a:r>
              <a:rPr lang="en-US" b="1"/>
              <a:t>arifOS Solution</a:t>
            </a:r>
          </a:p>
          <a:p>
            <a:pPr marL="0" lvl="1" indent="0">
              <a:buFont typeface="Arial" panose="020B0604020202020204" pitchFamily="34" charset="0"/>
              <a:buNone/>
            </a:pPr>
            <a:r>
              <a:t>arifOS embeds governance logic into AI to ensure compliance with ethics and global standards like EU AI Act and NIST RMF.</a:t>
            </a:r>
            <a:endParaRPr lang="en-US"/>
          </a:p>
          <a:p>
            <a:pPr marL="0" indent="0">
              <a:spcBef>
                <a:spcPts val="2500"/>
              </a:spcBef>
              <a:buFont typeface="Arial" panose="020B0604020202020204" pitchFamily="34" charset="0"/>
              <a:buNone/>
            </a:pPr>
            <a:r>
              <a:rPr lang="en-US" b="1"/>
              <a:t>Benefits of Governance Implementation</a:t>
            </a:r>
          </a:p>
          <a:p>
            <a:pPr marL="0" lvl="1" indent="0">
              <a:buFont typeface="Arial" panose="020B0604020202020204" pitchFamily="34" charset="0"/>
              <a:buNone/>
            </a:pPr>
            <a:r>
              <a:t>Implementing arifOS safeguards reputation, maintains compliance, and optimizes AI performance safely and transparently.</a:t>
            </a:r>
            <a:endParaRPr lang="en-US"/>
          </a:p>
        </p:txBody>
      </p:sp>
    </p:spTree>
    <p:extLst>
      <p:ext uri="{BB962C8B-B14F-4D97-AF65-F5344CB8AC3E}">
        <p14:creationId xmlns:p14="http://schemas.microsoft.com/office/powerpoint/2010/main" val="1401979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E4F788-5CFA-CDF4-B508-CBA91DA4CEA4}"/>
              </a:ext>
            </a:extLst>
          </p:cNvPr>
          <p:cNvSpPr>
            <a:spLocks noGrp="1"/>
          </p:cNvSpPr>
          <p:nvPr>
            <p:ph type="title"/>
          </p:nvPr>
        </p:nvSpPr>
        <p:spPr>
          <a:xfrm>
            <a:off x="3018499" y="952500"/>
            <a:ext cx="8887299" cy="5636798"/>
          </a:xfrm>
        </p:spPr>
        <p:txBody>
          <a:bodyPr anchor="b">
            <a:normAutofit/>
          </a:bodyPr>
          <a:lstStyle/>
          <a:p>
            <a:r>
              <a:rPr lang="en-US"/>
              <a:t>Market Benchmarks</a:t>
            </a:r>
          </a:p>
        </p:txBody>
      </p:sp>
      <p:sp>
        <p:nvSpPr>
          <p:cNvPr id="5" name="Date Placeholder 4">
            <a:extLst>
              <a:ext uri="{FF2B5EF4-FFF2-40B4-BE49-F238E27FC236}">
                <a16:creationId xmlns:a16="http://schemas.microsoft.com/office/drawing/2014/main" id="{86C41C06-1DF8-2E5D-36FA-55C8B692D92D}"/>
              </a:ext>
            </a:extLst>
          </p:cNvPr>
          <p:cNvSpPr>
            <a:spLocks noGrp="1"/>
          </p:cNvSpPr>
          <p:nvPr>
            <p:ph type="dt" sz="half" idx="10"/>
          </p:nvPr>
        </p:nvSpPr>
        <p:spPr>
          <a:xfrm>
            <a:off x="301752" y="210114"/>
            <a:ext cx="1759288" cy="365760"/>
          </a:xfrm>
        </p:spPr>
        <p:txBody>
          <a:bodyPr anchor="ctr">
            <a:normAutofit/>
          </a:bodyPr>
          <a:lstStyle/>
          <a:p>
            <a:pPr>
              <a:spcAft>
                <a:spcPts val="600"/>
              </a:spcAft>
            </a:pPr>
            <a:fld id="{7DA2CEDE-2AB4-4FB8-9551-E0AA4222B1A3}" type="datetime1">
              <a:rPr lang="en-US" smtClean="0"/>
              <a:pPr>
                <a:spcAft>
                  <a:spcPts val="600"/>
                </a:spcAft>
              </a:pPr>
              <a:t>1/11/2026</a:t>
            </a:fld>
            <a:endParaRPr lang="en-US"/>
          </a:p>
        </p:txBody>
      </p:sp>
      <p:sp>
        <p:nvSpPr>
          <p:cNvPr id="6" name="Footer Placeholder 5">
            <a:extLst>
              <a:ext uri="{FF2B5EF4-FFF2-40B4-BE49-F238E27FC236}">
                <a16:creationId xmlns:a16="http://schemas.microsoft.com/office/drawing/2014/main" id="{BE0B715F-E302-7A50-3C26-DE60CFE0B1B4}"/>
              </a:ext>
            </a:extLst>
          </p:cNvPr>
          <p:cNvSpPr>
            <a:spLocks noGrp="1"/>
          </p:cNvSpPr>
          <p:nvPr>
            <p:ph type="ftr" sz="quarter" idx="11"/>
          </p:nvPr>
        </p:nvSpPr>
        <p:spPr>
          <a:xfrm>
            <a:off x="7622485" y="210114"/>
            <a:ext cx="2509284" cy="365760"/>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427D99A0-D0E6-C2E9-2CE9-FA9AFAF7CECE}"/>
              </a:ext>
            </a:extLst>
          </p:cNvPr>
          <p:cNvSpPr>
            <a:spLocks noGrp="1"/>
          </p:cNvSpPr>
          <p:nvPr>
            <p:ph type="sldNum" sz="quarter" idx="12"/>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6</a:t>
            </a:fld>
            <a:endParaRPr lang="en-US"/>
          </a:p>
        </p:txBody>
      </p:sp>
    </p:spTree>
    <p:extLst>
      <p:ext uri="{BB962C8B-B14F-4D97-AF65-F5344CB8AC3E}">
        <p14:creationId xmlns:p14="http://schemas.microsoft.com/office/powerpoint/2010/main" val="2393906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F8319-720E-5DFB-B734-85A218FE779D}"/>
              </a:ext>
            </a:extLst>
          </p:cNvPr>
          <p:cNvSpPr>
            <a:spLocks noGrp="1"/>
          </p:cNvSpPr>
          <p:nvPr>
            <p:ph type="title"/>
          </p:nvPr>
        </p:nvSpPr>
        <p:spPr>
          <a:xfrm>
            <a:off x="301752" y="990595"/>
            <a:ext cx="5811178" cy="3043682"/>
          </a:xfrm>
        </p:spPr>
        <p:txBody>
          <a:bodyPr anchor="b">
            <a:normAutofit/>
          </a:bodyPr>
          <a:lstStyle/>
          <a:p>
            <a:r>
              <a:rPr lang="en-US"/>
              <a:t>Global Pricing and Competitor Landscape</a:t>
            </a:r>
          </a:p>
        </p:txBody>
      </p:sp>
      <p:sp>
        <p:nvSpPr>
          <p:cNvPr id="3" name="Date Placeholder 2">
            <a:extLst>
              <a:ext uri="{FF2B5EF4-FFF2-40B4-BE49-F238E27FC236}">
                <a16:creationId xmlns:a16="http://schemas.microsoft.com/office/drawing/2014/main" id="{3124CA7C-18DB-494D-4CC6-D35F3C4C858E}"/>
              </a:ext>
            </a:extLst>
          </p:cNvPr>
          <p:cNvSpPr>
            <a:spLocks noGrp="1"/>
          </p:cNvSpPr>
          <p:nvPr>
            <p:ph type="dt" sz="half" idx="14"/>
          </p:nvPr>
        </p:nvSpPr>
        <p:spPr>
          <a:xfrm>
            <a:off x="301752" y="210114"/>
            <a:ext cx="1759288" cy="365760"/>
          </a:xfrm>
        </p:spPr>
        <p:txBody>
          <a:bodyPr anchor="ctr">
            <a:normAutofit/>
          </a:bodyPr>
          <a:lstStyle/>
          <a:p>
            <a:pPr>
              <a:spcAft>
                <a:spcPts val="600"/>
              </a:spcAft>
            </a:pPr>
            <a:fld id="{80EE6BAA-0080-49BB-A5F6-D96B22DFE410}" type="datetime1">
              <a:rPr lang="en-US" smtClean="0"/>
              <a:pPr>
                <a:spcAft>
                  <a:spcPts val="600"/>
                </a:spcAft>
              </a:pPr>
              <a:t>1/11/2026</a:t>
            </a:fld>
            <a:endParaRPr lang="en-US"/>
          </a:p>
        </p:txBody>
      </p:sp>
      <p:sp>
        <p:nvSpPr>
          <p:cNvPr id="4" name="Footer Placeholder 3">
            <a:extLst>
              <a:ext uri="{FF2B5EF4-FFF2-40B4-BE49-F238E27FC236}">
                <a16:creationId xmlns:a16="http://schemas.microsoft.com/office/drawing/2014/main" id="{28AC0545-C81D-55DB-599A-E6D754A896A5}"/>
              </a:ext>
            </a:extLst>
          </p:cNvPr>
          <p:cNvSpPr>
            <a:spLocks noGrp="1"/>
          </p:cNvSpPr>
          <p:nvPr>
            <p:ph type="ftr" sz="quarter" idx="15"/>
          </p:nvPr>
        </p:nvSpPr>
        <p:spPr>
          <a:xfrm>
            <a:off x="7622485" y="210114"/>
            <a:ext cx="2509284"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4C1F4C3D-468C-B50F-7C15-C86D6C6CB17A}"/>
              </a:ext>
            </a:extLst>
          </p:cNvPr>
          <p:cNvSpPr>
            <a:spLocks noGrp="1"/>
          </p:cNvSpPr>
          <p:nvPr>
            <p:ph type="sldNum" sz="quarter" idx="16"/>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7</a:t>
            </a:fld>
            <a:endParaRPr lang="en-US"/>
          </a:p>
        </p:txBody>
      </p:sp>
      <p:graphicFrame>
        <p:nvGraphicFramePr>
          <p:cNvPr id="8" name="Content Placeholder 7">
            <a:extLst>
              <a:ext uri="{FF2B5EF4-FFF2-40B4-BE49-F238E27FC236}">
                <a16:creationId xmlns:a16="http://schemas.microsoft.com/office/drawing/2014/main" id="{922F0F9F-22E2-459E-8AF0-F873E62CD1A1}"/>
              </a:ext>
            </a:extLst>
          </p:cNvPr>
          <p:cNvGraphicFramePr>
            <a:graphicFrameLocks noGrp="1"/>
          </p:cNvGraphicFramePr>
          <p:nvPr>
            <p:ph sz="quarter" idx="13"/>
          </p:nvPr>
        </p:nvGraphicFramePr>
        <p:xfrm>
          <a:off x="621038" y="4167941"/>
          <a:ext cx="5172606" cy="1817227"/>
        </p:xfrm>
        <a:graphic>
          <a:graphicData uri="http://schemas.openxmlformats.org/drawingml/2006/table">
            <a:tbl>
              <a:tblPr firstRow="1" bandRow="1">
                <a:noFill/>
                <a:tableStyleId>{5C22544A-7EE6-4342-B048-85BDC9FD1C3A}</a:tableStyleId>
              </a:tblPr>
              <a:tblGrid>
                <a:gridCol w="1678715">
                  <a:extLst>
                    <a:ext uri="{9D8B030D-6E8A-4147-A177-3AD203B41FA5}">
                      <a16:colId xmlns:a16="http://schemas.microsoft.com/office/drawing/2014/main" val="1463598207"/>
                    </a:ext>
                  </a:extLst>
                </a:gridCol>
                <a:gridCol w="1757171">
                  <a:extLst>
                    <a:ext uri="{9D8B030D-6E8A-4147-A177-3AD203B41FA5}">
                      <a16:colId xmlns:a16="http://schemas.microsoft.com/office/drawing/2014/main" val="3645059894"/>
                    </a:ext>
                  </a:extLst>
                </a:gridCol>
                <a:gridCol w="1736720">
                  <a:extLst>
                    <a:ext uri="{9D8B030D-6E8A-4147-A177-3AD203B41FA5}">
                      <a16:colId xmlns:a16="http://schemas.microsoft.com/office/drawing/2014/main" val="3754337538"/>
                    </a:ext>
                  </a:extLst>
                </a:gridCol>
              </a:tblGrid>
              <a:tr h="279337">
                <a:tc>
                  <a:txBody>
                    <a:bodyPr/>
                    <a:lstStyle/>
                    <a:p>
                      <a:pPr>
                        <a:buNone/>
                      </a:pPr>
                      <a:r>
                        <a:rPr lang="en-US" sz="800" b="1" cap="all" spc="150">
                          <a:solidFill>
                            <a:srgbClr val="000000"/>
                          </a:solidFill>
                        </a:rPr>
                        <a:t>Solution</a:t>
                      </a:r>
                    </a:p>
                  </a:txBody>
                  <a:tcPr marL="69067" marR="69067" marT="69067" marB="69067"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800" b="1" cap="all" spc="150">
                          <a:solidFill>
                            <a:srgbClr val="000000"/>
                          </a:solidFill>
                        </a:rPr>
                        <a:t>Pricing Model</a:t>
                      </a:r>
                    </a:p>
                  </a:txBody>
                  <a:tcPr marL="69067" marR="69067" marT="69067" marB="69067"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800" b="1" cap="all" spc="150">
                          <a:solidFill>
                            <a:srgbClr val="000000"/>
                          </a:solidFill>
                        </a:rPr>
                        <a:t>Benchmark</a:t>
                      </a:r>
                    </a:p>
                  </a:txBody>
                  <a:tcPr marL="69067" marR="69067" marT="69067" marB="69067" anchor="ctr">
                    <a:lnL w="12700" cmpd="sng">
                      <a:noFill/>
                    </a:lnL>
                    <a:lnR w="12700" cmpd="sng">
                      <a:noFill/>
                    </a:lnR>
                    <a:lnT w="6350" cap="flat" cmpd="sng" algn="ctr">
                      <a:noFill/>
                      <a:prstDash val="solid"/>
                    </a:lnT>
                    <a:lnB w="6350" cap="flat" cmpd="sng" algn="ctr">
                      <a:noFill/>
                      <a:prstDash val="solid"/>
                    </a:lnB>
                    <a:solidFill>
                      <a:schemeClr val="accent1"/>
                    </a:solidFill>
                  </a:tcPr>
                </a:tc>
                <a:extLst>
                  <a:ext uri="{0D108BD9-81ED-4DB2-BD59-A6C34878D82A}">
                    <a16:rowId xmlns:a16="http://schemas.microsoft.com/office/drawing/2014/main" val="1013914255"/>
                  </a:ext>
                </a:extLst>
              </a:tr>
              <a:tr h="256315">
                <a:tc>
                  <a:txBody>
                    <a:bodyPr/>
                    <a:lstStyle/>
                    <a:p>
                      <a:pPr>
                        <a:buNone/>
                      </a:pPr>
                      <a:r>
                        <a:rPr lang="en-US" sz="700" b="1" cap="none" spc="0">
                          <a:solidFill>
                            <a:schemeClr val="tx1"/>
                          </a:solidFill>
                        </a:rPr>
                        <a:t>Azure Content Safety</a:t>
                      </a:r>
                    </a:p>
                  </a:txBody>
                  <a:tcPr marL="69067" marR="69067" marT="69067" marB="69067"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700" cap="none" spc="0">
                          <a:solidFill>
                            <a:schemeClr val="tx1"/>
                          </a:solidFill>
                        </a:rPr>
                        <a:t>Pay-per-use</a:t>
                      </a:r>
                    </a:p>
                  </a:txBody>
                  <a:tcPr marL="69067" marR="69067" marT="69067" marB="69067"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700" cap="none" spc="0">
                          <a:solidFill>
                            <a:schemeClr val="tx1"/>
                          </a:solidFill>
                        </a:rPr>
                        <a:t>$0.38 / 1K text records</a:t>
                      </a:r>
                    </a:p>
                  </a:txBody>
                  <a:tcPr marL="69067" marR="69067" marT="69067" marB="69067"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4287058877"/>
                  </a:ext>
                </a:extLst>
              </a:tr>
              <a:tr h="256315">
                <a:tc>
                  <a:txBody>
                    <a:bodyPr/>
                    <a:lstStyle/>
                    <a:p>
                      <a:pPr>
                        <a:buNone/>
                      </a:pPr>
                      <a:r>
                        <a:rPr lang="en-US" sz="700" b="1" cap="none" spc="0">
                          <a:solidFill>
                            <a:schemeClr val="tx1"/>
                          </a:solidFill>
                        </a:rPr>
                        <a:t>AWS Guardrails</a:t>
                      </a:r>
                    </a:p>
                  </a:txBody>
                  <a:tcPr marL="69067" marR="69067" marT="69067" marB="690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700" cap="none" spc="0">
                          <a:solidFill>
                            <a:schemeClr val="tx1"/>
                          </a:solidFill>
                        </a:rPr>
                        <a:t>Pay-per-use</a:t>
                      </a:r>
                    </a:p>
                  </a:txBody>
                  <a:tcPr marL="69067" marR="69067" marT="69067" marB="690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700" cap="none" spc="0">
                          <a:solidFill>
                            <a:schemeClr val="tx1"/>
                          </a:solidFill>
                        </a:rPr>
                        <a:t>$0.15 / 1K text units</a:t>
                      </a:r>
                    </a:p>
                  </a:txBody>
                  <a:tcPr marL="69067" marR="69067" marT="69067" marB="690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930047354"/>
                  </a:ext>
                </a:extLst>
              </a:tr>
              <a:tr h="256315">
                <a:tc>
                  <a:txBody>
                    <a:bodyPr/>
                    <a:lstStyle/>
                    <a:p>
                      <a:pPr>
                        <a:buNone/>
                      </a:pPr>
                      <a:r>
                        <a:rPr lang="en-US" sz="700" b="1" cap="none" spc="0">
                          <a:solidFill>
                            <a:schemeClr val="tx1"/>
                          </a:solidFill>
                        </a:rPr>
                        <a:t>IBM watsonx.governance</a:t>
                      </a:r>
                    </a:p>
                  </a:txBody>
                  <a:tcPr marL="69067" marR="69067" marT="69067" marB="690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700" cap="none" spc="0">
                          <a:solidFill>
                            <a:schemeClr val="tx1"/>
                          </a:solidFill>
                        </a:rPr>
                        <a:t>SaaS RU metric</a:t>
                      </a:r>
                    </a:p>
                  </a:txBody>
                  <a:tcPr marL="69067" marR="69067" marT="69067" marB="690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700" cap="none" spc="0">
                          <a:solidFill>
                            <a:schemeClr val="tx1"/>
                          </a:solidFill>
                        </a:rPr>
                        <a:t>$0.60 / RU</a:t>
                      </a:r>
                    </a:p>
                  </a:txBody>
                  <a:tcPr marL="69067" marR="69067" marT="69067" marB="690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785475716"/>
                  </a:ext>
                </a:extLst>
              </a:tr>
              <a:tr h="256315">
                <a:tc>
                  <a:txBody>
                    <a:bodyPr/>
                    <a:lstStyle/>
                    <a:p>
                      <a:pPr>
                        <a:buNone/>
                      </a:pPr>
                      <a:r>
                        <a:rPr lang="en-US" sz="700" b="1" cap="none" spc="0">
                          <a:solidFill>
                            <a:schemeClr val="tx1"/>
                          </a:solidFill>
                        </a:rPr>
                        <a:t>ModelOp Center</a:t>
                      </a:r>
                    </a:p>
                  </a:txBody>
                  <a:tcPr marL="69067" marR="69067" marT="69067" marB="690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700" cap="none" spc="0">
                          <a:solidFill>
                            <a:schemeClr val="tx1"/>
                          </a:solidFill>
                        </a:rPr>
                        <a:t>Enterprise license</a:t>
                      </a:r>
                    </a:p>
                  </a:txBody>
                  <a:tcPr marL="69067" marR="69067" marT="69067" marB="690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700" cap="none" spc="0">
                          <a:solidFill>
                            <a:schemeClr val="tx1"/>
                          </a:solidFill>
                        </a:rPr>
                        <a:t>$25K/month non-prod</a:t>
                      </a:r>
                    </a:p>
                  </a:txBody>
                  <a:tcPr marL="69067" marR="69067" marT="69067" marB="690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324324307"/>
                  </a:ext>
                </a:extLst>
              </a:tr>
              <a:tr h="256315">
                <a:tc>
                  <a:txBody>
                    <a:bodyPr/>
                    <a:lstStyle/>
                    <a:p>
                      <a:pPr>
                        <a:buNone/>
                      </a:pPr>
                      <a:r>
                        <a:rPr lang="en-US" sz="700" b="1" cap="none" spc="0">
                          <a:solidFill>
                            <a:schemeClr val="tx1"/>
                          </a:solidFill>
                        </a:rPr>
                        <a:t>Arize AI</a:t>
                      </a:r>
                    </a:p>
                  </a:txBody>
                  <a:tcPr marL="69067" marR="69067" marT="69067" marB="690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700" cap="none" spc="0">
                          <a:solidFill>
                            <a:schemeClr val="tx1"/>
                          </a:solidFill>
                        </a:rPr>
                        <a:t>Enterprise observability</a:t>
                      </a:r>
                    </a:p>
                  </a:txBody>
                  <a:tcPr marL="69067" marR="69067" marT="69067" marB="690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700" cap="none" spc="0">
                          <a:solidFill>
                            <a:schemeClr val="tx1"/>
                          </a:solidFill>
                        </a:rPr>
                        <a:t>$60K/year median</a:t>
                      </a:r>
                    </a:p>
                  </a:txBody>
                  <a:tcPr marL="69067" marR="69067" marT="69067" marB="690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773472091"/>
                  </a:ext>
                </a:extLst>
              </a:tr>
              <a:tr h="256315">
                <a:tc>
                  <a:txBody>
                    <a:bodyPr/>
                    <a:lstStyle/>
                    <a:p>
                      <a:pPr>
                        <a:buNone/>
                      </a:pPr>
                      <a:r>
                        <a:rPr lang="en-US" sz="700" b="1" cap="none" spc="0">
                          <a:solidFill>
                            <a:schemeClr val="tx1"/>
                          </a:solidFill>
                        </a:rPr>
                        <a:t>PETRONAS DSG License</a:t>
                      </a:r>
                    </a:p>
                  </a:txBody>
                  <a:tcPr marL="69067" marR="69067" marT="69067" marB="69067"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700" cap="none" spc="0">
                          <a:solidFill>
                            <a:schemeClr val="tx1"/>
                          </a:solidFill>
                        </a:rPr>
                        <a:t>Annual enterprise spend</a:t>
                      </a:r>
                    </a:p>
                  </a:txBody>
                  <a:tcPr marL="69067" marR="69067" marT="69067" marB="69067"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700" cap="none" spc="0">
                          <a:solidFill>
                            <a:schemeClr val="tx1"/>
                          </a:solidFill>
                        </a:rPr>
                        <a:t>$2.18M/year (~RM 10.2M)</a:t>
                      </a:r>
                    </a:p>
                  </a:txBody>
                  <a:tcPr marL="69067" marR="69067" marT="69067" marB="69067"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607477339"/>
                  </a:ext>
                </a:extLst>
              </a:tr>
            </a:tbl>
          </a:graphicData>
        </a:graphic>
      </p:graphicFrame>
    </p:spTree>
    <p:extLst>
      <p:ext uri="{BB962C8B-B14F-4D97-AF65-F5344CB8AC3E}">
        <p14:creationId xmlns:p14="http://schemas.microsoft.com/office/powerpoint/2010/main" val="102726667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B9D783-8818-0B57-D8FE-447FE8839309}"/>
              </a:ext>
            </a:extLst>
          </p:cNvPr>
          <p:cNvSpPr>
            <a:spLocks noGrp="1"/>
          </p:cNvSpPr>
          <p:nvPr>
            <p:ph type="title"/>
          </p:nvPr>
        </p:nvSpPr>
        <p:spPr>
          <a:xfrm>
            <a:off x="3018499" y="952500"/>
            <a:ext cx="8887299" cy="5636798"/>
          </a:xfrm>
        </p:spPr>
        <p:txBody>
          <a:bodyPr anchor="b">
            <a:normAutofit/>
          </a:bodyPr>
          <a:lstStyle/>
          <a:p>
            <a:r>
              <a:rPr lang="en-US"/>
              <a:t>Pricing Structure (MYR)</a:t>
            </a:r>
          </a:p>
        </p:txBody>
      </p:sp>
      <p:sp>
        <p:nvSpPr>
          <p:cNvPr id="5" name="Date Placeholder 4">
            <a:extLst>
              <a:ext uri="{FF2B5EF4-FFF2-40B4-BE49-F238E27FC236}">
                <a16:creationId xmlns:a16="http://schemas.microsoft.com/office/drawing/2014/main" id="{06552A2F-41BD-9962-4DE3-5D6E5E67E72E}"/>
              </a:ext>
            </a:extLst>
          </p:cNvPr>
          <p:cNvSpPr>
            <a:spLocks noGrp="1"/>
          </p:cNvSpPr>
          <p:nvPr>
            <p:ph type="dt" sz="half" idx="10"/>
          </p:nvPr>
        </p:nvSpPr>
        <p:spPr>
          <a:xfrm>
            <a:off x="301752" y="210114"/>
            <a:ext cx="1759288" cy="365760"/>
          </a:xfrm>
        </p:spPr>
        <p:txBody>
          <a:bodyPr anchor="ctr">
            <a:normAutofit/>
          </a:bodyPr>
          <a:lstStyle/>
          <a:p>
            <a:pPr>
              <a:spcAft>
                <a:spcPts val="600"/>
              </a:spcAft>
            </a:pPr>
            <a:fld id="{7DA2CEDE-2AB4-4FB8-9551-E0AA4222B1A3}" type="datetime1">
              <a:rPr lang="en-US" smtClean="0"/>
              <a:pPr>
                <a:spcAft>
                  <a:spcPts val="600"/>
                </a:spcAft>
              </a:pPr>
              <a:t>1/11/2026</a:t>
            </a:fld>
            <a:endParaRPr lang="en-US"/>
          </a:p>
        </p:txBody>
      </p:sp>
      <p:sp>
        <p:nvSpPr>
          <p:cNvPr id="6" name="Footer Placeholder 5">
            <a:extLst>
              <a:ext uri="{FF2B5EF4-FFF2-40B4-BE49-F238E27FC236}">
                <a16:creationId xmlns:a16="http://schemas.microsoft.com/office/drawing/2014/main" id="{970DC2AA-29C9-53FF-2F69-FF41D0990B0D}"/>
              </a:ext>
            </a:extLst>
          </p:cNvPr>
          <p:cNvSpPr>
            <a:spLocks noGrp="1"/>
          </p:cNvSpPr>
          <p:nvPr>
            <p:ph type="ftr" sz="quarter" idx="11"/>
          </p:nvPr>
        </p:nvSpPr>
        <p:spPr>
          <a:xfrm>
            <a:off x="7622485" y="210114"/>
            <a:ext cx="2509284" cy="365760"/>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A008E0F5-12E9-E062-7D56-CDDC9B2F21A3}"/>
              </a:ext>
            </a:extLst>
          </p:cNvPr>
          <p:cNvSpPr>
            <a:spLocks noGrp="1"/>
          </p:cNvSpPr>
          <p:nvPr>
            <p:ph type="sldNum" sz="quarter" idx="12"/>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8</a:t>
            </a:fld>
            <a:endParaRPr lang="en-US"/>
          </a:p>
        </p:txBody>
      </p:sp>
    </p:spTree>
    <p:extLst>
      <p:ext uri="{BB962C8B-B14F-4D97-AF65-F5344CB8AC3E}">
        <p14:creationId xmlns:p14="http://schemas.microsoft.com/office/powerpoint/2010/main" val="1587979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C6E5-B210-24D8-75DA-DF961F776696}"/>
              </a:ext>
            </a:extLst>
          </p:cNvPr>
          <p:cNvSpPr>
            <a:spLocks noGrp="1"/>
          </p:cNvSpPr>
          <p:nvPr>
            <p:ph type="title"/>
          </p:nvPr>
        </p:nvSpPr>
        <p:spPr>
          <a:xfrm>
            <a:off x="301752" y="990595"/>
            <a:ext cx="5811178" cy="3043682"/>
          </a:xfrm>
        </p:spPr>
        <p:txBody>
          <a:bodyPr anchor="b">
            <a:normAutofit/>
          </a:bodyPr>
          <a:lstStyle/>
          <a:p>
            <a:r>
              <a:rPr lang="en-US"/>
              <a:t>arifOS Pricing and Deployment Options</a:t>
            </a:r>
          </a:p>
        </p:txBody>
      </p:sp>
      <p:sp>
        <p:nvSpPr>
          <p:cNvPr id="3" name="Date Placeholder 2">
            <a:extLst>
              <a:ext uri="{FF2B5EF4-FFF2-40B4-BE49-F238E27FC236}">
                <a16:creationId xmlns:a16="http://schemas.microsoft.com/office/drawing/2014/main" id="{71FA265E-E1BD-A7C5-8248-B9603D2EE4A6}"/>
              </a:ext>
            </a:extLst>
          </p:cNvPr>
          <p:cNvSpPr>
            <a:spLocks noGrp="1"/>
          </p:cNvSpPr>
          <p:nvPr>
            <p:ph type="dt" sz="half" idx="14"/>
          </p:nvPr>
        </p:nvSpPr>
        <p:spPr>
          <a:xfrm>
            <a:off x="301752" y="210114"/>
            <a:ext cx="1759288" cy="365760"/>
          </a:xfrm>
        </p:spPr>
        <p:txBody>
          <a:bodyPr anchor="ctr">
            <a:normAutofit/>
          </a:bodyPr>
          <a:lstStyle/>
          <a:p>
            <a:pPr>
              <a:spcAft>
                <a:spcPts val="600"/>
              </a:spcAft>
            </a:pPr>
            <a:fld id="{80EE6BAA-0080-49BB-A5F6-D96B22DFE410}" type="datetime1">
              <a:rPr lang="en-US" smtClean="0"/>
              <a:pPr>
                <a:spcAft>
                  <a:spcPts val="600"/>
                </a:spcAft>
              </a:pPr>
              <a:t>1/11/2026</a:t>
            </a:fld>
            <a:endParaRPr lang="en-US"/>
          </a:p>
        </p:txBody>
      </p:sp>
      <p:sp>
        <p:nvSpPr>
          <p:cNvPr id="4" name="Footer Placeholder 3">
            <a:extLst>
              <a:ext uri="{FF2B5EF4-FFF2-40B4-BE49-F238E27FC236}">
                <a16:creationId xmlns:a16="http://schemas.microsoft.com/office/drawing/2014/main" id="{659C180A-9D8E-F7A5-C625-D975CF285C71}"/>
              </a:ext>
            </a:extLst>
          </p:cNvPr>
          <p:cNvSpPr>
            <a:spLocks noGrp="1"/>
          </p:cNvSpPr>
          <p:nvPr>
            <p:ph type="ftr" sz="quarter" idx="15"/>
          </p:nvPr>
        </p:nvSpPr>
        <p:spPr>
          <a:xfrm>
            <a:off x="7622485" y="210114"/>
            <a:ext cx="2509284"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E45BFFF8-DEFE-7095-505A-EF0CC9E56EEB}"/>
              </a:ext>
            </a:extLst>
          </p:cNvPr>
          <p:cNvSpPr>
            <a:spLocks noGrp="1"/>
          </p:cNvSpPr>
          <p:nvPr>
            <p:ph type="sldNum" sz="quarter" idx="16"/>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9</a:t>
            </a:fld>
            <a:endParaRPr lang="en-US"/>
          </a:p>
        </p:txBody>
      </p:sp>
      <p:graphicFrame>
        <p:nvGraphicFramePr>
          <p:cNvPr id="8" name="Content Placeholder 7">
            <a:extLst>
              <a:ext uri="{FF2B5EF4-FFF2-40B4-BE49-F238E27FC236}">
                <a16:creationId xmlns:a16="http://schemas.microsoft.com/office/drawing/2014/main" id="{4FD1265C-3D15-4F7E-8537-83983549D5C8}"/>
              </a:ext>
            </a:extLst>
          </p:cNvPr>
          <p:cNvGraphicFramePr>
            <a:graphicFrameLocks noGrp="1"/>
          </p:cNvGraphicFramePr>
          <p:nvPr>
            <p:ph sz="quarter" idx="13"/>
          </p:nvPr>
        </p:nvGraphicFramePr>
        <p:xfrm>
          <a:off x="301752" y="4267746"/>
          <a:ext cx="5811178" cy="1617616"/>
        </p:xfrm>
        <a:graphic>
          <a:graphicData uri="http://schemas.openxmlformats.org/drawingml/2006/table">
            <a:tbl>
              <a:tblPr firstRow="1" bandRow="1">
                <a:noFill/>
                <a:tableStyleId>{5C22544A-7EE6-4342-B048-85BDC9FD1C3A}</a:tableStyleId>
              </a:tblPr>
              <a:tblGrid>
                <a:gridCol w="1965470">
                  <a:extLst>
                    <a:ext uri="{9D8B030D-6E8A-4147-A177-3AD203B41FA5}">
                      <a16:colId xmlns:a16="http://schemas.microsoft.com/office/drawing/2014/main" val="4162709391"/>
                    </a:ext>
                  </a:extLst>
                </a:gridCol>
                <a:gridCol w="1870182">
                  <a:extLst>
                    <a:ext uri="{9D8B030D-6E8A-4147-A177-3AD203B41FA5}">
                      <a16:colId xmlns:a16="http://schemas.microsoft.com/office/drawing/2014/main" val="181981149"/>
                    </a:ext>
                  </a:extLst>
                </a:gridCol>
                <a:gridCol w="1975526">
                  <a:extLst>
                    <a:ext uri="{9D8B030D-6E8A-4147-A177-3AD203B41FA5}">
                      <a16:colId xmlns:a16="http://schemas.microsoft.com/office/drawing/2014/main" val="3977101285"/>
                    </a:ext>
                  </a:extLst>
                </a:gridCol>
              </a:tblGrid>
              <a:tr h="335314">
                <a:tc>
                  <a:txBody>
                    <a:bodyPr/>
                    <a:lstStyle/>
                    <a:p>
                      <a:pPr>
                        <a:buNone/>
                      </a:pPr>
                      <a:r>
                        <a:rPr lang="en-US" sz="1000" b="1" cap="all" spc="150">
                          <a:solidFill>
                            <a:srgbClr val="000000"/>
                          </a:solidFill>
                        </a:rPr>
                        <a:t>Module</a:t>
                      </a:r>
                    </a:p>
                  </a:txBody>
                  <a:tcPr marL="82907" marR="82907" marT="82907" marB="82907"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1000" b="1" cap="all" spc="150">
                          <a:solidFill>
                            <a:srgbClr val="000000"/>
                          </a:solidFill>
                        </a:rPr>
                        <a:t>Scope</a:t>
                      </a:r>
                    </a:p>
                  </a:txBody>
                  <a:tcPr marL="82907" marR="82907" marT="82907" marB="82907"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1000" b="1" cap="all" spc="150">
                          <a:solidFill>
                            <a:srgbClr val="000000"/>
                          </a:solidFill>
                        </a:rPr>
                        <a:t>Pricing (MYR)</a:t>
                      </a:r>
                    </a:p>
                  </a:txBody>
                  <a:tcPr marL="82907" marR="82907" marT="82907" marB="82907"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extLst>
                  <a:ext uri="{0D108BD9-81ED-4DB2-BD59-A6C34878D82A}">
                    <a16:rowId xmlns:a16="http://schemas.microsoft.com/office/drawing/2014/main" val="127677439"/>
                  </a:ext>
                </a:extLst>
              </a:tr>
              <a:tr h="427434">
                <a:tc>
                  <a:txBody>
                    <a:bodyPr/>
                    <a:lstStyle/>
                    <a:p>
                      <a:pPr>
                        <a:buNone/>
                      </a:pPr>
                      <a:r>
                        <a:rPr lang="en-US" sz="800" b="1" cap="none" spc="0">
                          <a:solidFill>
                            <a:schemeClr val="tx1"/>
                          </a:solidFill>
                        </a:rPr>
                        <a:t>Kernel License</a:t>
                      </a:r>
                    </a:p>
                  </a:txBody>
                  <a:tcPr marL="82907" marR="82907" marT="82907" marB="82907"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800" cap="none" spc="0">
                          <a:solidFill>
                            <a:schemeClr val="tx1"/>
                          </a:solidFill>
                        </a:rPr>
                        <a:t>Governance OS, refusal logic, audit artifacts</a:t>
                      </a:r>
                    </a:p>
                  </a:txBody>
                  <a:tcPr marL="82907" marR="82907" marT="82907" marB="82907"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800" cap="none" spc="0">
                          <a:solidFill>
                            <a:schemeClr val="tx1"/>
                          </a:solidFill>
                        </a:rPr>
                        <a:t>RM 1.41M – RM 5.64M/year</a:t>
                      </a:r>
                    </a:p>
                  </a:txBody>
                  <a:tcPr marL="82907" marR="82907" marT="82907" marB="82907"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3536035291"/>
                  </a:ext>
                </a:extLst>
              </a:tr>
              <a:tr h="427434">
                <a:tc>
                  <a:txBody>
                    <a:bodyPr/>
                    <a:lstStyle/>
                    <a:p>
                      <a:pPr>
                        <a:buNone/>
                      </a:pPr>
                      <a:r>
                        <a:rPr lang="en-US" sz="800" b="1" cap="none" spc="0">
                          <a:solidFill>
                            <a:schemeClr val="tx1"/>
                          </a:solidFill>
                        </a:rPr>
                        <a:t>Runtime Guardrails</a:t>
                      </a:r>
                    </a:p>
                  </a:txBody>
                  <a:tcPr marL="82907" marR="82907" marT="82907" marB="82907"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Prompt shields, groundedness, policy denial</a:t>
                      </a:r>
                    </a:p>
                  </a:txBody>
                  <a:tcPr marL="82907" marR="82907" marT="82907" marB="82907"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800" cap="none" spc="0">
                          <a:solidFill>
                            <a:schemeClr val="tx1"/>
                          </a:solidFill>
                        </a:rPr>
                        <a:t>RM 0.94 – RM 4.70 per 1,000 checks</a:t>
                      </a:r>
                    </a:p>
                  </a:txBody>
                  <a:tcPr marL="82907" marR="82907" marT="82907" marB="82907"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583619836"/>
                  </a:ext>
                </a:extLst>
              </a:tr>
              <a:tr h="427434">
                <a:tc>
                  <a:txBody>
                    <a:bodyPr/>
                    <a:lstStyle/>
                    <a:p>
                      <a:pPr>
                        <a:buNone/>
                      </a:pPr>
                      <a:r>
                        <a:rPr lang="en-US" sz="800" b="1" cap="none" spc="0">
                          <a:solidFill>
                            <a:schemeClr val="tx1"/>
                          </a:solidFill>
                        </a:rPr>
                        <a:t>Advisory &amp; Certification</a:t>
                      </a:r>
                    </a:p>
                  </a:txBody>
                  <a:tcPr marL="82907" marR="82907" marT="82907" marB="82907"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800" cap="none" spc="0">
                          <a:solidFill>
                            <a:schemeClr val="tx1"/>
                          </a:solidFill>
                        </a:rPr>
                        <a:t>Governance model, compliance mapping, audits</a:t>
                      </a:r>
                    </a:p>
                  </a:txBody>
                  <a:tcPr marL="82907" marR="82907" marT="82907" marB="82907"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800" cap="none" spc="0">
                          <a:solidFill>
                            <a:schemeClr val="tx1"/>
                          </a:solidFill>
                        </a:rPr>
                        <a:t>RM 705K – RM 2.35M per program; RM 235K – RM 705K per audit cycle</a:t>
                      </a:r>
                    </a:p>
                  </a:txBody>
                  <a:tcPr marL="82907" marR="82907" marT="82907" marB="82907" anchor="ctr">
                    <a:lnL w="12700" cmpd="sng">
                      <a:noFill/>
                      <a:prstDash val="solid"/>
                    </a:lnL>
                    <a:lnR w="12700" cmpd="sng">
                      <a:noFill/>
                      <a:prstDash val="solid"/>
                    </a:lnR>
                    <a:lnT w="12700" cmpd="sng">
                      <a:noFill/>
                      <a:prstDash val="solid"/>
                    </a:lnT>
                    <a:lnB w="6350" cap="flat" cmpd="sng" algn="ctr">
                      <a:noFill/>
                      <a:prstDash val="solid"/>
                    </a:lnB>
                    <a:noFill/>
                  </a:tcPr>
                </a:tc>
                <a:extLst>
                  <a:ext uri="{0D108BD9-81ED-4DB2-BD59-A6C34878D82A}">
                    <a16:rowId xmlns:a16="http://schemas.microsoft.com/office/drawing/2014/main" val="3616158949"/>
                  </a:ext>
                </a:extLst>
              </a:tr>
            </a:tbl>
          </a:graphicData>
        </a:graphic>
      </p:graphicFrame>
    </p:spTree>
    <p:extLst>
      <p:ext uri="{BB962C8B-B14F-4D97-AF65-F5344CB8AC3E}">
        <p14:creationId xmlns:p14="http://schemas.microsoft.com/office/powerpoint/2010/main" val="296084762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2C62D1-FBD2-C0C1-4C59-C7FFD255B346}"/>
              </a:ext>
            </a:extLst>
          </p:cNvPr>
          <p:cNvSpPr>
            <a:spLocks noGrp="1"/>
          </p:cNvSpPr>
          <p:nvPr>
            <p:ph type="title"/>
          </p:nvPr>
        </p:nvSpPr>
        <p:spPr>
          <a:xfrm>
            <a:off x="3018499" y="952500"/>
            <a:ext cx="8887299" cy="5636798"/>
          </a:xfrm>
        </p:spPr>
        <p:txBody>
          <a:bodyPr anchor="b">
            <a:normAutofit/>
          </a:bodyPr>
          <a:lstStyle/>
          <a:p>
            <a:r>
              <a:rPr lang="en-US"/>
              <a:t>ROI Model</a:t>
            </a:r>
          </a:p>
        </p:txBody>
      </p:sp>
      <p:sp>
        <p:nvSpPr>
          <p:cNvPr id="5" name="Date Placeholder 4">
            <a:extLst>
              <a:ext uri="{FF2B5EF4-FFF2-40B4-BE49-F238E27FC236}">
                <a16:creationId xmlns:a16="http://schemas.microsoft.com/office/drawing/2014/main" id="{1285A81E-A5FB-2044-FD7F-1222E0D715FD}"/>
              </a:ext>
            </a:extLst>
          </p:cNvPr>
          <p:cNvSpPr>
            <a:spLocks noGrp="1"/>
          </p:cNvSpPr>
          <p:nvPr>
            <p:ph type="dt" sz="half" idx="10"/>
          </p:nvPr>
        </p:nvSpPr>
        <p:spPr>
          <a:xfrm>
            <a:off x="301752" y="210114"/>
            <a:ext cx="1759288" cy="365760"/>
          </a:xfrm>
        </p:spPr>
        <p:txBody>
          <a:bodyPr anchor="ctr">
            <a:normAutofit/>
          </a:bodyPr>
          <a:lstStyle/>
          <a:p>
            <a:pPr>
              <a:spcAft>
                <a:spcPts val="600"/>
              </a:spcAft>
            </a:pPr>
            <a:fld id="{7DA2CEDE-2AB4-4FB8-9551-E0AA4222B1A3}" type="datetime1">
              <a:rPr lang="en-US" smtClean="0"/>
              <a:pPr>
                <a:spcAft>
                  <a:spcPts val="600"/>
                </a:spcAft>
              </a:pPr>
              <a:t>1/11/2026</a:t>
            </a:fld>
            <a:endParaRPr lang="en-US"/>
          </a:p>
        </p:txBody>
      </p:sp>
      <p:sp>
        <p:nvSpPr>
          <p:cNvPr id="6" name="Footer Placeholder 5">
            <a:extLst>
              <a:ext uri="{FF2B5EF4-FFF2-40B4-BE49-F238E27FC236}">
                <a16:creationId xmlns:a16="http://schemas.microsoft.com/office/drawing/2014/main" id="{EEDB83CA-3F51-A87F-5FA8-84D33AD4D16E}"/>
              </a:ext>
            </a:extLst>
          </p:cNvPr>
          <p:cNvSpPr>
            <a:spLocks noGrp="1"/>
          </p:cNvSpPr>
          <p:nvPr>
            <p:ph type="ftr" sz="quarter" idx="11"/>
          </p:nvPr>
        </p:nvSpPr>
        <p:spPr>
          <a:xfrm>
            <a:off x="7622485" y="210114"/>
            <a:ext cx="2509284" cy="365760"/>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FA98A5B0-4A5E-580A-F015-E001B0726CE5}"/>
              </a:ext>
            </a:extLst>
          </p:cNvPr>
          <p:cNvSpPr>
            <a:spLocks noGrp="1"/>
          </p:cNvSpPr>
          <p:nvPr>
            <p:ph type="sldNum" sz="quarter" idx="12"/>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10</a:t>
            </a:fld>
            <a:endParaRPr lang="en-US"/>
          </a:p>
        </p:txBody>
      </p:sp>
    </p:spTree>
    <p:extLst>
      <p:ext uri="{BB962C8B-B14F-4D97-AF65-F5344CB8AC3E}">
        <p14:creationId xmlns:p14="http://schemas.microsoft.com/office/powerpoint/2010/main" val="2652189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C8D15-98F4-4BA8-D27D-E4A94A63A084}"/>
              </a:ext>
            </a:extLst>
          </p:cNvPr>
          <p:cNvSpPr>
            <a:spLocks noGrp="1"/>
          </p:cNvSpPr>
          <p:nvPr>
            <p:ph type="title"/>
          </p:nvPr>
        </p:nvSpPr>
        <p:spPr>
          <a:xfrm>
            <a:off x="8159103" y="952500"/>
            <a:ext cx="3239262" cy="1582882"/>
          </a:xfrm>
        </p:spPr>
        <p:txBody>
          <a:bodyPr anchor="b">
            <a:normAutofit/>
          </a:bodyPr>
          <a:lstStyle/>
          <a:p>
            <a:r>
              <a:rPr lang="en-US"/>
              <a:t>Value Creation and Risk Mitigation</a:t>
            </a:r>
          </a:p>
        </p:txBody>
      </p:sp>
      <p:pic>
        <p:nvPicPr>
          <p:cNvPr id="8" name="Content Placeholder 7" descr="Digital network communication">
            <a:extLst>
              <a:ext uri="{FF2B5EF4-FFF2-40B4-BE49-F238E27FC236}">
                <a16:creationId xmlns:a16="http://schemas.microsoft.com/office/drawing/2014/main" id="{A2999D4E-4C50-4D33-95F0-B6F20F324473}"/>
              </a:ext>
            </a:extLst>
          </p:cNvPr>
          <p:cNvPicPr>
            <a:picLocks noGrp="1" noChangeAspect="1"/>
          </p:cNvPicPr>
          <p:nvPr>
            <p:ph type="pic" sz="quarter" idx="15"/>
          </p:nvPr>
        </p:nvPicPr>
        <p:blipFill>
          <a:blip r:embed="rId3"/>
          <a:srcRect l="11824" r="4843"/>
          <a:stretch>
            <a:fillRect/>
          </a:stretch>
        </p:blipFill>
        <p:spPr>
          <a:xfrm>
            <a:off x="20" y="10"/>
            <a:ext cx="7619980" cy="6857991"/>
          </a:xfrm>
        </p:spPr>
      </p:pic>
      <p:sp>
        <p:nvSpPr>
          <p:cNvPr id="3" name="Date Placeholder 2">
            <a:extLst>
              <a:ext uri="{FF2B5EF4-FFF2-40B4-BE49-F238E27FC236}">
                <a16:creationId xmlns:a16="http://schemas.microsoft.com/office/drawing/2014/main" id="{0F5E3C11-D448-45B0-2BC0-558984C718CB}"/>
              </a:ext>
            </a:extLst>
          </p:cNvPr>
          <p:cNvSpPr>
            <a:spLocks noGrp="1"/>
          </p:cNvSpPr>
          <p:nvPr>
            <p:ph type="dt" sz="half" idx="16"/>
          </p:nvPr>
        </p:nvSpPr>
        <p:spPr>
          <a:xfrm>
            <a:off x="381000" y="210114"/>
            <a:ext cx="1413537" cy="365760"/>
          </a:xfrm>
        </p:spPr>
        <p:txBody>
          <a:bodyPr anchor="ctr">
            <a:normAutofit/>
          </a:bodyPr>
          <a:lstStyle/>
          <a:p>
            <a:pPr>
              <a:spcAft>
                <a:spcPts val="600"/>
              </a:spcAft>
            </a:pPr>
            <a:fld id="{7B01CFC0-D171-4F9D-A610-2F47C1080058}" type="datetime1">
              <a:rPr lang="en-US" smtClean="0"/>
              <a:pPr>
                <a:spcAft>
                  <a:spcPts val="600"/>
                </a:spcAft>
              </a:pPr>
              <a:t>1/11/2026</a:t>
            </a:fld>
            <a:endParaRPr lang="en-US"/>
          </a:p>
        </p:txBody>
      </p:sp>
      <p:sp>
        <p:nvSpPr>
          <p:cNvPr id="4" name="Footer Placeholder 3">
            <a:extLst>
              <a:ext uri="{FF2B5EF4-FFF2-40B4-BE49-F238E27FC236}">
                <a16:creationId xmlns:a16="http://schemas.microsoft.com/office/drawing/2014/main" id="{D18D4C9F-FC4C-BF90-9916-C69A40649A34}"/>
              </a:ext>
            </a:extLst>
          </p:cNvPr>
          <p:cNvSpPr>
            <a:spLocks noGrp="1"/>
          </p:cNvSpPr>
          <p:nvPr>
            <p:ph type="ftr" sz="quarter" idx="17"/>
          </p:nvPr>
        </p:nvSpPr>
        <p:spPr>
          <a:xfrm>
            <a:off x="8150916" y="210114"/>
            <a:ext cx="2333520"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98991294-EF37-2109-BD98-D0C62746036C}"/>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11</a:t>
            </a:fld>
            <a:endParaRPr lang="en-US"/>
          </a:p>
        </p:txBody>
      </p:sp>
      <p:sp>
        <p:nvSpPr>
          <p:cNvPr id="7" name="Content Placeholder 6">
            <a:extLst>
              <a:ext uri="{FF2B5EF4-FFF2-40B4-BE49-F238E27FC236}">
                <a16:creationId xmlns:a16="http://schemas.microsoft.com/office/drawing/2014/main" id="{521EDC79-D1E6-F3D7-1998-6904F393D73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59103" y="3103929"/>
            <a:ext cx="3239262" cy="3109836"/>
          </a:xfrm>
        </p:spPr>
        <p:txBody>
          <a:bodyPr>
            <a:normAutofit/>
          </a:bodyPr>
          <a:lstStyle/>
          <a:p>
            <a:pPr marL="0" indent="0">
              <a:lnSpc>
                <a:spcPct val="110000"/>
              </a:lnSpc>
              <a:spcBef>
                <a:spcPts val="2500"/>
              </a:spcBef>
              <a:buFont typeface="Arial" panose="020B0604020202020204" pitchFamily="34" charset="0"/>
              <a:buNone/>
            </a:pPr>
            <a:r>
              <a:rPr lang="en-US" sz="1000" b="1"/>
              <a:t>Compliance Risk Mitigation</a:t>
            </a:r>
          </a:p>
          <a:p>
            <a:pPr marL="0" lvl="1" indent="0">
              <a:lnSpc>
                <a:spcPct val="110000"/>
              </a:lnSpc>
              <a:buFont typeface="Arial" panose="020B0604020202020204" pitchFamily="34" charset="0"/>
              <a:buNone/>
            </a:pPr>
            <a:r>
              <a:rPr lang="en-US" sz="1000"/>
              <a:t>Automating governance reduces regulatory penalties exceeding RM 5M per incident, enhancing compliance and risk management.</a:t>
            </a:r>
          </a:p>
          <a:p>
            <a:pPr marL="0" indent="0">
              <a:lnSpc>
                <a:spcPct val="110000"/>
              </a:lnSpc>
              <a:spcBef>
                <a:spcPts val="2500"/>
              </a:spcBef>
              <a:buFont typeface="Arial" panose="020B0604020202020204" pitchFamily="34" charset="0"/>
              <a:buNone/>
            </a:pPr>
            <a:r>
              <a:rPr lang="en-US" sz="1000" b="1"/>
              <a:t>Operational Continuity</a:t>
            </a:r>
          </a:p>
          <a:p>
            <a:pPr marL="0" lvl="1" indent="0">
              <a:lnSpc>
                <a:spcPct val="110000"/>
              </a:lnSpc>
              <a:buFont typeface="Arial" panose="020B0604020202020204" pitchFamily="34" charset="0"/>
              <a:buNone/>
            </a:pPr>
            <a:r>
              <a:rPr lang="en-US" sz="1000"/>
              <a:t>Ensuring continuous operations prevents AI deployment delays, avoiding multi-million RM project overruns and downtime.</a:t>
            </a:r>
          </a:p>
          <a:p>
            <a:pPr marL="0" indent="0">
              <a:lnSpc>
                <a:spcPct val="110000"/>
              </a:lnSpc>
              <a:spcBef>
                <a:spcPts val="2500"/>
              </a:spcBef>
              <a:buFont typeface="Arial" panose="020B0604020202020204" pitchFamily="34" charset="0"/>
              <a:buNone/>
            </a:pPr>
            <a:r>
              <a:rPr lang="en-US" sz="1000" b="1"/>
              <a:t>Audit Efficiency</a:t>
            </a:r>
          </a:p>
          <a:p>
            <a:pPr marL="0" lvl="1" indent="0">
              <a:lnSpc>
                <a:spcPct val="110000"/>
              </a:lnSpc>
              <a:buFont typeface="Arial" panose="020B0604020202020204" pitchFamily="34" charset="0"/>
              <a:buNone/>
            </a:pPr>
            <a:r>
              <a:rPr lang="en-US" sz="1000"/>
              <a:t>Audit cycle times reduce by 50%, saving approximately RM 500K annually in man-hours through automated governance artifacts.</a:t>
            </a:r>
          </a:p>
        </p:txBody>
      </p:sp>
    </p:spTree>
    <p:extLst>
      <p:ext uri="{BB962C8B-B14F-4D97-AF65-F5344CB8AC3E}">
        <p14:creationId xmlns:p14="http://schemas.microsoft.com/office/powerpoint/2010/main" val="25960940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E76AC2-FAE2-C3D5-8B9F-3C66F3AC0642}"/>
              </a:ext>
            </a:extLst>
          </p:cNvPr>
          <p:cNvSpPr>
            <a:spLocks noGrp="1"/>
          </p:cNvSpPr>
          <p:nvPr>
            <p:ph type="title"/>
          </p:nvPr>
        </p:nvSpPr>
        <p:spPr>
          <a:xfrm>
            <a:off x="3018499" y="952500"/>
            <a:ext cx="8887299" cy="5636798"/>
          </a:xfrm>
        </p:spPr>
        <p:txBody>
          <a:bodyPr anchor="b">
            <a:normAutofit/>
          </a:bodyPr>
          <a:lstStyle/>
          <a:p>
            <a:r>
              <a:rPr lang="en-US"/>
              <a:t>Competitive Positioning</a:t>
            </a:r>
          </a:p>
        </p:txBody>
      </p:sp>
      <p:sp>
        <p:nvSpPr>
          <p:cNvPr id="5" name="Date Placeholder 4">
            <a:extLst>
              <a:ext uri="{FF2B5EF4-FFF2-40B4-BE49-F238E27FC236}">
                <a16:creationId xmlns:a16="http://schemas.microsoft.com/office/drawing/2014/main" id="{C83AAF47-0ACA-2435-C262-623B15B3631F}"/>
              </a:ext>
            </a:extLst>
          </p:cNvPr>
          <p:cNvSpPr>
            <a:spLocks noGrp="1"/>
          </p:cNvSpPr>
          <p:nvPr>
            <p:ph type="dt" sz="half" idx="10"/>
          </p:nvPr>
        </p:nvSpPr>
        <p:spPr>
          <a:xfrm>
            <a:off x="301752" y="210114"/>
            <a:ext cx="1759288" cy="365760"/>
          </a:xfrm>
        </p:spPr>
        <p:txBody>
          <a:bodyPr anchor="ctr">
            <a:normAutofit/>
          </a:bodyPr>
          <a:lstStyle/>
          <a:p>
            <a:pPr>
              <a:spcAft>
                <a:spcPts val="600"/>
              </a:spcAft>
            </a:pPr>
            <a:fld id="{7DA2CEDE-2AB4-4FB8-9551-E0AA4222B1A3}" type="datetime1">
              <a:rPr lang="en-US" smtClean="0"/>
              <a:pPr>
                <a:spcAft>
                  <a:spcPts val="600"/>
                </a:spcAft>
              </a:pPr>
              <a:t>1/11/2026</a:t>
            </a:fld>
            <a:endParaRPr lang="en-US"/>
          </a:p>
        </p:txBody>
      </p:sp>
      <p:sp>
        <p:nvSpPr>
          <p:cNvPr id="6" name="Footer Placeholder 5">
            <a:extLst>
              <a:ext uri="{FF2B5EF4-FFF2-40B4-BE49-F238E27FC236}">
                <a16:creationId xmlns:a16="http://schemas.microsoft.com/office/drawing/2014/main" id="{A074B7FE-F2F4-BFDB-7B48-5E96C5BB55B3}"/>
              </a:ext>
            </a:extLst>
          </p:cNvPr>
          <p:cNvSpPr>
            <a:spLocks noGrp="1"/>
          </p:cNvSpPr>
          <p:nvPr>
            <p:ph type="ftr" sz="quarter" idx="11"/>
          </p:nvPr>
        </p:nvSpPr>
        <p:spPr>
          <a:xfrm>
            <a:off x="7622485" y="210114"/>
            <a:ext cx="2509284" cy="365760"/>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9FC59A0E-0750-E673-8931-392877F66762}"/>
              </a:ext>
            </a:extLst>
          </p:cNvPr>
          <p:cNvSpPr>
            <a:spLocks noGrp="1"/>
          </p:cNvSpPr>
          <p:nvPr>
            <p:ph type="sldNum" sz="quarter" idx="12"/>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12</a:t>
            </a:fld>
            <a:endParaRPr lang="en-US"/>
          </a:p>
        </p:txBody>
      </p:sp>
    </p:spTree>
    <p:extLst>
      <p:ext uri="{BB962C8B-B14F-4D97-AF65-F5344CB8AC3E}">
        <p14:creationId xmlns:p14="http://schemas.microsoft.com/office/powerpoint/2010/main" val="40660307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DA21A-8C37-811A-FBC0-C2380BC463B3}"/>
              </a:ext>
            </a:extLst>
          </p:cNvPr>
          <p:cNvSpPr>
            <a:spLocks noGrp="1"/>
          </p:cNvSpPr>
          <p:nvPr>
            <p:ph type="title"/>
          </p:nvPr>
        </p:nvSpPr>
        <p:spPr>
          <a:xfrm>
            <a:off x="301752" y="722376"/>
            <a:ext cx="9875520" cy="731520"/>
          </a:xfrm>
        </p:spPr>
        <p:txBody>
          <a:bodyPr anchor="b">
            <a:normAutofit/>
          </a:bodyPr>
          <a:lstStyle/>
          <a:p>
            <a:r>
              <a:rPr lang="en-US"/>
              <a:t>Feature Comparison Table</a:t>
            </a:r>
          </a:p>
        </p:txBody>
      </p:sp>
      <p:sp>
        <p:nvSpPr>
          <p:cNvPr id="3" name="Date Placeholder 2">
            <a:extLst>
              <a:ext uri="{FF2B5EF4-FFF2-40B4-BE49-F238E27FC236}">
                <a16:creationId xmlns:a16="http://schemas.microsoft.com/office/drawing/2014/main" id="{CC72D9E0-618B-2A0E-48B0-1A1D233F8D62}"/>
              </a:ext>
            </a:extLst>
          </p:cNvPr>
          <p:cNvSpPr>
            <a:spLocks noGrp="1"/>
          </p:cNvSpPr>
          <p:nvPr>
            <p:ph type="dt" sz="half" idx="14"/>
          </p:nvPr>
        </p:nvSpPr>
        <p:spPr>
          <a:xfrm>
            <a:off x="301752" y="210114"/>
            <a:ext cx="1759288" cy="365760"/>
          </a:xfrm>
        </p:spPr>
        <p:txBody>
          <a:bodyPr anchor="ctr">
            <a:normAutofit/>
          </a:bodyPr>
          <a:lstStyle/>
          <a:p>
            <a:pPr>
              <a:spcAft>
                <a:spcPts val="600"/>
              </a:spcAft>
            </a:pPr>
            <a:fld id="{80EE6BAA-0080-49BB-A5F6-D96B22DFE410}" type="datetime1">
              <a:rPr lang="en-US" smtClean="0"/>
              <a:pPr>
                <a:spcAft>
                  <a:spcPts val="600"/>
                </a:spcAft>
              </a:pPr>
              <a:t>1/11/2026</a:t>
            </a:fld>
            <a:endParaRPr lang="en-US"/>
          </a:p>
        </p:txBody>
      </p:sp>
      <p:sp>
        <p:nvSpPr>
          <p:cNvPr id="4" name="Footer Placeholder 3">
            <a:extLst>
              <a:ext uri="{FF2B5EF4-FFF2-40B4-BE49-F238E27FC236}">
                <a16:creationId xmlns:a16="http://schemas.microsoft.com/office/drawing/2014/main" id="{61D8ED70-DAB9-3390-C372-A5B3DCD81ED0}"/>
              </a:ext>
            </a:extLst>
          </p:cNvPr>
          <p:cNvSpPr>
            <a:spLocks noGrp="1"/>
          </p:cNvSpPr>
          <p:nvPr>
            <p:ph type="ftr" sz="quarter" idx="15"/>
          </p:nvPr>
        </p:nvSpPr>
        <p:spPr>
          <a:xfrm>
            <a:off x="7622485" y="210114"/>
            <a:ext cx="2509284"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8B46B535-A5F8-3462-A408-65B02816D793}"/>
              </a:ext>
            </a:extLst>
          </p:cNvPr>
          <p:cNvSpPr>
            <a:spLocks noGrp="1"/>
          </p:cNvSpPr>
          <p:nvPr>
            <p:ph type="sldNum" sz="quarter" idx="16"/>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13</a:t>
            </a:fld>
            <a:endParaRPr lang="en-US"/>
          </a:p>
        </p:txBody>
      </p:sp>
      <p:graphicFrame>
        <p:nvGraphicFramePr>
          <p:cNvPr id="8" name="Content Placeholder 7">
            <a:extLst>
              <a:ext uri="{FF2B5EF4-FFF2-40B4-BE49-F238E27FC236}">
                <a16:creationId xmlns:a16="http://schemas.microsoft.com/office/drawing/2014/main" id="{DE4451F9-D745-4034-8BB6-344E5A826626}"/>
              </a:ext>
            </a:extLst>
          </p:cNvPr>
          <p:cNvGraphicFramePr>
            <a:graphicFrameLocks noGrp="1"/>
          </p:cNvGraphicFramePr>
          <p:nvPr>
            <p:ph sz="quarter" idx="13"/>
          </p:nvPr>
        </p:nvGraphicFramePr>
        <p:xfrm>
          <a:off x="301751" y="2390718"/>
          <a:ext cx="11612884" cy="3631046"/>
        </p:xfrm>
        <a:graphic>
          <a:graphicData uri="http://schemas.openxmlformats.org/drawingml/2006/table">
            <a:tbl>
              <a:tblPr firstRow="1" bandRow="1">
                <a:noFill/>
                <a:tableStyleId>{5C22544A-7EE6-4342-B048-85BDC9FD1C3A}</a:tableStyleId>
              </a:tblPr>
              <a:tblGrid>
                <a:gridCol w="1986050">
                  <a:extLst>
                    <a:ext uri="{9D8B030D-6E8A-4147-A177-3AD203B41FA5}">
                      <a16:colId xmlns:a16="http://schemas.microsoft.com/office/drawing/2014/main" val="3677348773"/>
                    </a:ext>
                  </a:extLst>
                </a:gridCol>
                <a:gridCol w="1879095">
                  <a:extLst>
                    <a:ext uri="{9D8B030D-6E8A-4147-A177-3AD203B41FA5}">
                      <a16:colId xmlns:a16="http://schemas.microsoft.com/office/drawing/2014/main" val="1033457767"/>
                    </a:ext>
                  </a:extLst>
                </a:gridCol>
                <a:gridCol w="1908986">
                  <a:extLst>
                    <a:ext uri="{9D8B030D-6E8A-4147-A177-3AD203B41FA5}">
                      <a16:colId xmlns:a16="http://schemas.microsoft.com/office/drawing/2014/main" val="816820671"/>
                    </a:ext>
                  </a:extLst>
                </a:gridCol>
                <a:gridCol w="1879095">
                  <a:extLst>
                    <a:ext uri="{9D8B030D-6E8A-4147-A177-3AD203B41FA5}">
                      <a16:colId xmlns:a16="http://schemas.microsoft.com/office/drawing/2014/main" val="1042068867"/>
                    </a:ext>
                  </a:extLst>
                </a:gridCol>
                <a:gridCol w="1879095">
                  <a:extLst>
                    <a:ext uri="{9D8B030D-6E8A-4147-A177-3AD203B41FA5}">
                      <a16:colId xmlns:a16="http://schemas.microsoft.com/office/drawing/2014/main" val="1995205744"/>
                    </a:ext>
                  </a:extLst>
                </a:gridCol>
                <a:gridCol w="2080563">
                  <a:extLst>
                    <a:ext uri="{9D8B030D-6E8A-4147-A177-3AD203B41FA5}">
                      <a16:colId xmlns:a16="http://schemas.microsoft.com/office/drawing/2014/main" val="489325220"/>
                    </a:ext>
                  </a:extLst>
                </a:gridCol>
              </a:tblGrid>
              <a:tr h="775333">
                <a:tc>
                  <a:txBody>
                    <a:bodyPr/>
                    <a:lstStyle/>
                    <a:p>
                      <a:pPr>
                        <a:buNone/>
                      </a:pPr>
                      <a:r>
                        <a:rPr lang="en-US" sz="1600" b="1" cap="all" spc="150">
                          <a:solidFill>
                            <a:schemeClr val="tx1"/>
                          </a:solidFill>
                        </a:rPr>
                        <a:t>Feature</a:t>
                      </a:r>
                    </a:p>
                  </a:txBody>
                  <a:tcPr marL="133168" marR="133168" marT="133168" marB="133168"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1600" b="1" cap="all" spc="150">
                          <a:solidFill>
                            <a:schemeClr val="tx1"/>
                          </a:solidFill>
                        </a:rPr>
                        <a:t>arifOS</a:t>
                      </a:r>
                    </a:p>
                  </a:txBody>
                  <a:tcPr marL="133168" marR="133168" marT="133168" marB="133168"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1600" b="1" cap="all" spc="150">
                          <a:solidFill>
                            <a:schemeClr val="tx1"/>
                          </a:solidFill>
                        </a:rPr>
                        <a:t>IBM watsonx</a:t>
                      </a:r>
                    </a:p>
                  </a:txBody>
                  <a:tcPr marL="133168" marR="133168" marT="133168" marB="133168"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1600" b="1" cap="all" spc="150">
                          <a:solidFill>
                            <a:schemeClr val="tx1"/>
                          </a:solidFill>
                        </a:rPr>
                        <a:t>Credo AI</a:t>
                      </a:r>
                    </a:p>
                  </a:txBody>
                  <a:tcPr marL="133168" marR="133168" marT="133168" marB="133168"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1600" b="1" cap="all" spc="150">
                          <a:solidFill>
                            <a:schemeClr val="tx1"/>
                          </a:solidFill>
                        </a:rPr>
                        <a:t>ModelOp</a:t>
                      </a:r>
                    </a:p>
                  </a:txBody>
                  <a:tcPr marL="133168" marR="133168" marT="133168" marB="133168"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1600" b="1" cap="all" spc="150">
                          <a:solidFill>
                            <a:schemeClr val="tx1"/>
                          </a:solidFill>
                        </a:rPr>
                        <a:t>Observability Tools</a:t>
                      </a:r>
                    </a:p>
                  </a:txBody>
                  <a:tcPr marL="133168" marR="133168" marT="133168" marB="133168" anchor="ctr">
                    <a:lnL w="12700" cmpd="sng">
                      <a:noFill/>
                    </a:lnL>
                    <a:lnR w="12700" cmpd="sng">
                      <a:noFill/>
                    </a:lnR>
                    <a:lnT w="6350" cap="flat" cmpd="sng" algn="ctr">
                      <a:noFill/>
                      <a:prstDash val="solid"/>
                    </a:lnT>
                    <a:lnB w="6350" cap="flat" cmpd="sng" algn="ctr">
                      <a:noFill/>
                      <a:prstDash val="solid"/>
                    </a:lnB>
                    <a:solidFill>
                      <a:schemeClr val="accent1"/>
                    </a:solidFill>
                  </a:tcPr>
                </a:tc>
                <a:extLst>
                  <a:ext uri="{0D108BD9-81ED-4DB2-BD59-A6C34878D82A}">
                    <a16:rowId xmlns:a16="http://schemas.microsoft.com/office/drawing/2014/main" val="3391649425"/>
                  </a:ext>
                </a:extLst>
              </a:tr>
              <a:tr h="494201">
                <a:tc>
                  <a:txBody>
                    <a:bodyPr/>
                    <a:lstStyle/>
                    <a:p>
                      <a:pPr>
                        <a:buNone/>
                      </a:pPr>
                      <a:r>
                        <a:rPr lang="en-US" sz="1300" b="1" cap="none" spc="0">
                          <a:solidFill>
                            <a:schemeClr val="tx1"/>
                          </a:solidFill>
                        </a:rPr>
                        <a:t>Constitutional Kernel</a:t>
                      </a:r>
                    </a:p>
                  </a:txBody>
                  <a:tcPr marL="133168" marR="133168" marT="133168" marB="133168"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a:t>
                      </a:r>
                    </a:p>
                  </a:txBody>
                  <a:tcPr marL="133168" marR="133168" marT="133168" marB="133168"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a:t>
                      </a:r>
                    </a:p>
                  </a:txBody>
                  <a:tcPr marL="133168" marR="133168" marT="133168" marB="133168"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a:t>
                      </a:r>
                    </a:p>
                  </a:txBody>
                  <a:tcPr marL="133168" marR="133168" marT="133168" marB="133168"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a:t>
                      </a:r>
                    </a:p>
                  </a:txBody>
                  <a:tcPr marL="133168" marR="133168" marT="133168" marB="133168"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a:t>
                      </a:r>
                    </a:p>
                  </a:txBody>
                  <a:tcPr marL="133168" marR="133168" marT="133168" marB="133168"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3605135770"/>
                  </a:ext>
                </a:extLst>
              </a:tr>
              <a:tr h="686555">
                <a:tc>
                  <a:txBody>
                    <a:bodyPr/>
                    <a:lstStyle/>
                    <a:p>
                      <a:pPr>
                        <a:buNone/>
                      </a:pPr>
                      <a:r>
                        <a:rPr lang="en-US" sz="1300" b="1" cap="none" spc="0">
                          <a:solidFill>
                            <a:schemeClr val="tx1"/>
                          </a:solidFill>
                        </a:rPr>
                        <a:t>Fail-Closed Governance</a:t>
                      </a:r>
                    </a:p>
                  </a:txBody>
                  <a:tcPr marL="133168" marR="133168" marT="133168" marB="1331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a:t>
                      </a:r>
                    </a:p>
                  </a:txBody>
                  <a:tcPr marL="133168" marR="133168" marT="133168" marB="1331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Partial</a:t>
                      </a:r>
                    </a:p>
                  </a:txBody>
                  <a:tcPr marL="133168" marR="133168" marT="133168" marB="1331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Partial</a:t>
                      </a:r>
                    </a:p>
                  </a:txBody>
                  <a:tcPr marL="133168" marR="133168" marT="133168" marB="1331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Partial</a:t>
                      </a:r>
                    </a:p>
                  </a:txBody>
                  <a:tcPr marL="133168" marR="133168" marT="133168" marB="1331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a:t>
                      </a:r>
                    </a:p>
                  </a:txBody>
                  <a:tcPr marL="133168" marR="133168" marT="133168" marB="1331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942441760"/>
                  </a:ext>
                </a:extLst>
              </a:tr>
              <a:tr h="494201">
                <a:tc>
                  <a:txBody>
                    <a:bodyPr/>
                    <a:lstStyle/>
                    <a:p>
                      <a:pPr>
                        <a:buNone/>
                      </a:pPr>
                      <a:r>
                        <a:rPr lang="en-US" sz="1300" b="1" cap="none" spc="0">
                          <a:solidFill>
                            <a:schemeClr val="tx1"/>
                          </a:solidFill>
                        </a:rPr>
                        <a:t>Runtime Guardrails</a:t>
                      </a:r>
                    </a:p>
                  </a:txBody>
                  <a:tcPr marL="133168" marR="133168" marT="133168" marB="1331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a:t>
                      </a:r>
                    </a:p>
                  </a:txBody>
                  <a:tcPr marL="133168" marR="133168" marT="133168" marB="1331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a:t>
                      </a:r>
                    </a:p>
                  </a:txBody>
                  <a:tcPr marL="133168" marR="133168" marT="133168" marB="1331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a:t>
                      </a:r>
                    </a:p>
                  </a:txBody>
                  <a:tcPr marL="133168" marR="133168" marT="133168" marB="1331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a:t>
                      </a:r>
                    </a:p>
                  </a:txBody>
                  <a:tcPr marL="133168" marR="133168" marT="133168" marB="1331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Limited</a:t>
                      </a:r>
                    </a:p>
                  </a:txBody>
                  <a:tcPr marL="133168" marR="133168" marT="133168" marB="1331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028910083"/>
                  </a:ext>
                </a:extLst>
              </a:tr>
              <a:tr h="494201">
                <a:tc>
                  <a:txBody>
                    <a:bodyPr/>
                    <a:lstStyle/>
                    <a:p>
                      <a:pPr>
                        <a:buNone/>
                      </a:pPr>
                      <a:r>
                        <a:rPr lang="en-US" sz="1300" b="1" cap="none" spc="0">
                          <a:solidFill>
                            <a:schemeClr val="tx1"/>
                          </a:solidFill>
                        </a:rPr>
                        <a:t>Audit Artifacts</a:t>
                      </a:r>
                    </a:p>
                  </a:txBody>
                  <a:tcPr marL="133168" marR="133168" marT="133168" marB="1331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a:t>
                      </a:r>
                    </a:p>
                  </a:txBody>
                  <a:tcPr marL="133168" marR="133168" marT="133168" marB="1331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a:t>
                      </a:r>
                    </a:p>
                  </a:txBody>
                  <a:tcPr marL="133168" marR="133168" marT="133168" marB="1331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a:t>
                      </a:r>
                    </a:p>
                  </a:txBody>
                  <a:tcPr marL="133168" marR="133168" marT="133168" marB="1331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a:t>
                      </a:r>
                    </a:p>
                  </a:txBody>
                  <a:tcPr marL="133168" marR="133168" marT="133168" marB="1331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a:t>
                      </a:r>
                    </a:p>
                  </a:txBody>
                  <a:tcPr marL="133168" marR="133168" marT="133168" marB="13316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881649834"/>
                  </a:ext>
                </a:extLst>
              </a:tr>
              <a:tr h="686555">
                <a:tc>
                  <a:txBody>
                    <a:bodyPr/>
                    <a:lstStyle/>
                    <a:p>
                      <a:pPr>
                        <a:buNone/>
                      </a:pPr>
                      <a:r>
                        <a:rPr lang="en-US" sz="1300" b="1" cap="none" spc="0">
                          <a:solidFill>
                            <a:schemeClr val="tx1"/>
                          </a:solidFill>
                        </a:rPr>
                        <a:t>Advisory &amp; Certification</a:t>
                      </a:r>
                    </a:p>
                  </a:txBody>
                  <a:tcPr marL="133168" marR="133168" marT="133168" marB="133168"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300" cap="none" spc="0">
                          <a:solidFill>
                            <a:schemeClr val="tx1"/>
                          </a:solidFill>
                        </a:rPr>
                        <a:t>✅</a:t>
                      </a:r>
                    </a:p>
                  </a:txBody>
                  <a:tcPr marL="133168" marR="133168" marT="133168" marB="133168"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300" cap="none" spc="0">
                          <a:solidFill>
                            <a:schemeClr val="tx1"/>
                          </a:solidFill>
                        </a:rPr>
                        <a:t>Optional</a:t>
                      </a:r>
                    </a:p>
                  </a:txBody>
                  <a:tcPr marL="133168" marR="133168" marT="133168" marB="133168"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300" cap="none" spc="0">
                          <a:solidFill>
                            <a:schemeClr val="tx1"/>
                          </a:solidFill>
                        </a:rPr>
                        <a:t>Optional</a:t>
                      </a:r>
                    </a:p>
                  </a:txBody>
                  <a:tcPr marL="133168" marR="133168" marT="133168" marB="133168"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300" cap="none" spc="0">
                          <a:solidFill>
                            <a:schemeClr val="tx1"/>
                          </a:solidFill>
                        </a:rPr>
                        <a:t>Optional</a:t>
                      </a:r>
                    </a:p>
                  </a:txBody>
                  <a:tcPr marL="133168" marR="133168" marT="133168" marB="133168"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300" cap="none" spc="0">
                          <a:solidFill>
                            <a:schemeClr val="tx1"/>
                          </a:solidFill>
                        </a:rPr>
                        <a:t>❌</a:t>
                      </a:r>
                    </a:p>
                  </a:txBody>
                  <a:tcPr marL="133168" marR="133168" marT="133168" marB="133168"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4063383029"/>
                  </a:ext>
                </a:extLst>
              </a:tr>
            </a:tbl>
          </a:graphicData>
        </a:graphic>
      </p:graphicFrame>
    </p:spTree>
    <p:extLst>
      <p:ext uri="{BB962C8B-B14F-4D97-AF65-F5344CB8AC3E}">
        <p14:creationId xmlns:p14="http://schemas.microsoft.com/office/powerpoint/2010/main" val="172896822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22F079-C3FB-FD7E-C00C-922B6472D168}"/>
              </a:ext>
            </a:extLst>
          </p:cNvPr>
          <p:cNvSpPr>
            <a:spLocks noGrp="1"/>
          </p:cNvSpPr>
          <p:nvPr>
            <p:ph type="title"/>
          </p:nvPr>
        </p:nvSpPr>
        <p:spPr>
          <a:xfrm>
            <a:off x="3018499" y="952500"/>
            <a:ext cx="8887299" cy="5636798"/>
          </a:xfrm>
        </p:spPr>
        <p:txBody>
          <a:bodyPr anchor="b">
            <a:normAutofit/>
          </a:bodyPr>
          <a:lstStyle/>
          <a:p>
            <a:r>
              <a:rPr lang="en-US"/>
              <a:t>Digital Spend Governance &amp; Procurement Workflow</a:t>
            </a:r>
          </a:p>
        </p:txBody>
      </p:sp>
      <p:sp>
        <p:nvSpPr>
          <p:cNvPr id="5" name="Date Placeholder 4">
            <a:extLst>
              <a:ext uri="{FF2B5EF4-FFF2-40B4-BE49-F238E27FC236}">
                <a16:creationId xmlns:a16="http://schemas.microsoft.com/office/drawing/2014/main" id="{4A770250-D12D-F444-22DD-23F5E6F3D96E}"/>
              </a:ext>
            </a:extLst>
          </p:cNvPr>
          <p:cNvSpPr>
            <a:spLocks noGrp="1"/>
          </p:cNvSpPr>
          <p:nvPr>
            <p:ph type="dt" sz="half" idx="10"/>
          </p:nvPr>
        </p:nvSpPr>
        <p:spPr>
          <a:xfrm>
            <a:off x="301752" y="210114"/>
            <a:ext cx="1759288" cy="365760"/>
          </a:xfrm>
        </p:spPr>
        <p:txBody>
          <a:bodyPr anchor="ctr">
            <a:normAutofit/>
          </a:bodyPr>
          <a:lstStyle/>
          <a:p>
            <a:pPr>
              <a:spcAft>
                <a:spcPts val="600"/>
              </a:spcAft>
            </a:pPr>
            <a:fld id="{7DA2CEDE-2AB4-4FB8-9551-E0AA4222B1A3}" type="datetime1">
              <a:rPr lang="en-US" smtClean="0"/>
              <a:pPr>
                <a:spcAft>
                  <a:spcPts val="600"/>
                </a:spcAft>
              </a:pPr>
              <a:t>1/11/2026</a:t>
            </a:fld>
            <a:endParaRPr lang="en-US"/>
          </a:p>
        </p:txBody>
      </p:sp>
      <p:sp>
        <p:nvSpPr>
          <p:cNvPr id="6" name="Footer Placeholder 5">
            <a:extLst>
              <a:ext uri="{FF2B5EF4-FFF2-40B4-BE49-F238E27FC236}">
                <a16:creationId xmlns:a16="http://schemas.microsoft.com/office/drawing/2014/main" id="{70917EDA-E3C7-92E4-3979-B380A9C9BECC}"/>
              </a:ext>
            </a:extLst>
          </p:cNvPr>
          <p:cNvSpPr>
            <a:spLocks noGrp="1"/>
          </p:cNvSpPr>
          <p:nvPr>
            <p:ph type="ftr" sz="quarter" idx="11"/>
          </p:nvPr>
        </p:nvSpPr>
        <p:spPr>
          <a:xfrm>
            <a:off x="7622485" y="210114"/>
            <a:ext cx="2509284" cy="365760"/>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C48C50F3-955A-7CED-C9E9-E24838D0B0FF}"/>
              </a:ext>
            </a:extLst>
          </p:cNvPr>
          <p:cNvSpPr>
            <a:spLocks noGrp="1"/>
          </p:cNvSpPr>
          <p:nvPr>
            <p:ph type="sldNum" sz="quarter" idx="12"/>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14</a:t>
            </a:fld>
            <a:endParaRPr lang="en-US"/>
          </a:p>
        </p:txBody>
      </p:sp>
    </p:spTree>
    <p:extLst>
      <p:ext uri="{BB962C8B-B14F-4D97-AF65-F5344CB8AC3E}">
        <p14:creationId xmlns:p14="http://schemas.microsoft.com/office/powerpoint/2010/main" val="18165304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86F2A-7EA9-A13E-D367-93416C357723}"/>
              </a:ext>
            </a:extLst>
          </p:cNvPr>
          <p:cNvSpPr>
            <a:spLocks noGrp="1"/>
          </p:cNvSpPr>
          <p:nvPr>
            <p:ph type="title"/>
          </p:nvPr>
        </p:nvSpPr>
        <p:spPr>
          <a:xfrm>
            <a:off x="301752" y="1025717"/>
            <a:ext cx="3144282" cy="2443427"/>
          </a:xfrm>
        </p:spPr>
        <p:txBody>
          <a:bodyPr anchor="t">
            <a:normAutofit/>
          </a:bodyPr>
          <a:lstStyle/>
          <a:p>
            <a:r>
              <a:rPr lang="en-US"/>
              <a:t>Clauses and Workflow Diagram</a:t>
            </a:r>
          </a:p>
        </p:txBody>
      </p:sp>
      <p:sp>
        <p:nvSpPr>
          <p:cNvPr id="3" name="Date Placeholder 2">
            <a:extLst>
              <a:ext uri="{FF2B5EF4-FFF2-40B4-BE49-F238E27FC236}">
                <a16:creationId xmlns:a16="http://schemas.microsoft.com/office/drawing/2014/main" id="{D3940A4B-C71E-839A-76FB-28CDCC5F908B}"/>
              </a:ext>
            </a:extLst>
          </p:cNvPr>
          <p:cNvSpPr>
            <a:spLocks noGrp="1"/>
          </p:cNvSpPr>
          <p:nvPr>
            <p:ph type="dt" sz="half" idx="14"/>
          </p:nvPr>
        </p:nvSpPr>
        <p:spPr>
          <a:xfrm>
            <a:off x="301752" y="210114"/>
            <a:ext cx="1759288" cy="365760"/>
          </a:xfrm>
        </p:spPr>
        <p:txBody>
          <a:bodyPr anchor="ctr">
            <a:normAutofit/>
          </a:bodyPr>
          <a:lstStyle/>
          <a:p>
            <a:pPr>
              <a:spcAft>
                <a:spcPts val="600"/>
              </a:spcAft>
            </a:pPr>
            <a:fld id="{80EE6BAA-0080-49BB-A5F6-D96B22DFE410}" type="datetime1">
              <a:rPr lang="en-US" smtClean="0"/>
              <a:pPr>
                <a:spcAft>
                  <a:spcPts val="600"/>
                </a:spcAft>
              </a:pPr>
              <a:t>1/11/2026</a:t>
            </a:fld>
            <a:endParaRPr lang="en-US"/>
          </a:p>
        </p:txBody>
      </p:sp>
      <p:sp>
        <p:nvSpPr>
          <p:cNvPr id="4" name="Footer Placeholder 3">
            <a:extLst>
              <a:ext uri="{FF2B5EF4-FFF2-40B4-BE49-F238E27FC236}">
                <a16:creationId xmlns:a16="http://schemas.microsoft.com/office/drawing/2014/main" id="{1E3EE1F2-7522-4A7B-C737-BD3C2008A234}"/>
              </a:ext>
            </a:extLst>
          </p:cNvPr>
          <p:cNvSpPr>
            <a:spLocks noGrp="1"/>
          </p:cNvSpPr>
          <p:nvPr>
            <p:ph type="ftr" sz="quarter" idx="15"/>
          </p:nvPr>
        </p:nvSpPr>
        <p:spPr>
          <a:xfrm>
            <a:off x="4470069" y="210114"/>
            <a:ext cx="2664515"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A80F76E7-B835-1D8A-71CB-022BB54C3C49}"/>
              </a:ext>
            </a:extLst>
          </p:cNvPr>
          <p:cNvSpPr>
            <a:spLocks noGrp="1"/>
          </p:cNvSpPr>
          <p:nvPr>
            <p:ph type="sldNum" sz="quarter" idx="16"/>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15</a:t>
            </a:fld>
            <a:endParaRPr lang="en-US"/>
          </a:p>
        </p:txBody>
      </p:sp>
      <p:graphicFrame>
        <p:nvGraphicFramePr>
          <p:cNvPr id="8" name="Content Placeholder 7">
            <a:extLst>
              <a:ext uri="{FF2B5EF4-FFF2-40B4-BE49-F238E27FC236}">
                <a16:creationId xmlns:a16="http://schemas.microsoft.com/office/drawing/2014/main" id="{5C7F7E75-0E03-4949-9EB2-7061D5F171CB}"/>
              </a:ext>
            </a:extLst>
          </p:cNvPr>
          <p:cNvGraphicFramePr>
            <a:graphicFrameLocks noGrp="1"/>
          </p:cNvGraphicFramePr>
          <p:nvPr>
            <p:ph sz="quarter" idx="13"/>
          </p:nvPr>
        </p:nvGraphicFramePr>
        <p:xfrm>
          <a:off x="4470070" y="1619938"/>
          <a:ext cx="7420179" cy="4186644"/>
        </p:xfrm>
        <a:graphic>
          <a:graphicData uri="http://schemas.openxmlformats.org/drawingml/2006/table">
            <a:tbl>
              <a:tblPr firstRow="1" bandRow="1">
                <a:noFill/>
                <a:tableStyleId>{5C22544A-7EE6-4342-B048-85BDC9FD1C3A}</a:tableStyleId>
              </a:tblPr>
              <a:tblGrid>
                <a:gridCol w="2311639">
                  <a:extLst>
                    <a:ext uri="{9D8B030D-6E8A-4147-A177-3AD203B41FA5}">
                      <a16:colId xmlns:a16="http://schemas.microsoft.com/office/drawing/2014/main" val="1088375210"/>
                    </a:ext>
                  </a:extLst>
                </a:gridCol>
                <a:gridCol w="5108540">
                  <a:extLst>
                    <a:ext uri="{9D8B030D-6E8A-4147-A177-3AD203B41FA5}">
                      <a16:colId xmlns:a16="http://schemas.microsoft.com/office/drawing/2014/main" val="3551643502"/>
                    </a:ext>
                  </a:extLst>
                </a:gridCol>
              </a:tblGrid>
              <a:tr h="564004">
                <a:tc>
                  <a:txBody>
                    <a:bodyPr/>
                    <a:lstStyle/>
                    <a:p>
                      <a:pPr>
                        <a:buNone/>
                      </a:pPr>
                      <a:r>
                        <a:rPr lang="en-US" sz="1600" b="1" cap="all" spc="150">
                          <a:solidFill>
                            <a:schemeClr val="tx1"/>
                          </a:solidFill>
                        </a:rPr>
                        <a:t>Step</a:t>
                      </a:r>
                    </a:p>
                  </a:txBody>
                  <a:tcPr marL="139451" marR="139451" marT="139451" marB="139451"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1600" b="1" cap="all" spc="150">
                          <a:solidFill>
                            <a:schemeClr val="tx1"/>
                          </a:solidFill>
                        </a:rPr>
                        <a:t>Description</a:t>
                      </a:r>
                    </a:p>
                  </a:txBody>
                  <a:tcPr marL="139451" marR="139451" marT="139451" marB="139451" anchor="ctr">
                    <a:lnL w="12700" cmpd="sng">
                      <a:noFill/>
                    </a:lnL>
                    <a:lnR w="12700" cmpd="sng">
                      <a:noFill/>
                    </a:lnR>
                    <a:lnT w="6350" cap="flat" cmpd="sng" algn="ctr">
                      <a:noFill/>
                      <a:prstDash val="solid"/>
                    </a:lnT>
                    <a:lnB w="6350" cap="flat" cmpd="sng" algn="ctr">
                      <a:noFill/>
                      <a:prstDash val="solid"/>
                    </a:lnB>
                    <a:solidFill>
                      <a:schemeClr val="accent1"/>
                    </a:solidFill>
                  </a:tcPr>
                </a:tc>
                <a:extLst>
                  <a:ext uri="{0D108BD9-81ED-4DB2-BD59-A6C34878D82A}">
                    <a16:rowId xmlns:a16="http://schemas.microsoft.com/office/drawing/2014/main" val="2458274299"/>
                  </a:ext>
                </a:extLst>
              </a:tr>
              <a:tr h="517520">
                <a:tc>
                  <a:txBody>
                    <a:bodyPr/>
                    <a:lstStyle/>
                    <a:p>
                      <a:pPr>
                        <a:buNone/>
                      </a:pPr>
                      <a:r>
                        <a:rPr lang="en-US" sz="1300" b="1" cap="none" spc="0">
                          <a:solidFill>
                            <a:schemeClr val="tx1"/>
                          </a:solidFill>
                        </a:rPr>
                        <a:t>1</a:t>
                      </a:r>
                    </a:p>
                  </a:txBody>
                  <a:tcPr marL="139451" marR="139451" marT="139451" marB="139451"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Business Case Prep – ROI justification and risk analysis</a:t>
                      </a:r>
                    </a:p>
                  </a:txBody>
                  <a:tcPr marL="139451" marR="139451" marT="139451" marB="139451"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2982275084"/>
                  </a:ext>
                </a:extLst>
              </a:tr>
              <a:tr h="517520">
                <a:tc>
                  <a:txBody>
                    <a:bodyPr/>
                    <a:lstStyle/>
                    <a:p>
                      <a:pPr>
                        <a:buNone/>
                      </a:pPr>
                      <a:r>
                        <a:rPr lang="en-US" sz="1300" b="1" cap="none" spc="0">
                          <a:solidFill>
                            <a:schemeClr val="tx1"/>
                          </a:solidFill>
                        </a:rPr>
                        <a:t>2</a:t>
                      </a:r>
                    </a:p>
                  </a:txBody>
                  <a:tcPr marL="139451" marR="139451" marT="139451" marB="13945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Digital Spend Governance Review – Align with Value Charter</a:t>
                      </a:r>
                    </a:p>
                  </a:txBody>
                  <a:tcPr marL="139451" marR="139451" marT="139451" marB="13945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689885866"/>
                  </a:ext>
                </a:extLst>
              </a:tr>
              <a:tr h="517520">
                <a:tc>
                  <a:txBody>
                    <a:bodyPr/>
                    <a:lstStyle/>
                    <a:p>
                      <a:pPr>
                        <a:buNone/>
                      </a:pPr>
                      <a:r>
                        <a:rPr lang="en-US" sz="1300" b="1" cap="none" spc="0">
                          <a:solidFill>
                            <a:schemeClr val="tx1"/>
                          </a:solidFill>
                        </a:rPr>
                        <a:t>3</a:t>
                      </a:r>
                    </a:p>
                  </a:txBody>
                  <a:tcPr marL="139451" marR="139451" marT="139451" marB="13945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TRC Approval – Technical concurrence for integration</a:t>
                      </a:r>
                    </a:p>
                  </a:txBody>
                  <a:tcPr marL="139451" marR="139451" marT="139451" marB="13945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74327204"/>
                  </a:ext>
                </a:extLst>
              </a:tr>
              <a:tr h="517520">
                <a:tc>
                  <a:txBody>
                    <a:bodyPr/>
                    <a:lstStyle/>
                    <a:p>
                      <a:pPr>
                        <a:buNone/>
                      </a:pPr>
                      <a:r>
                        <a:rPr lang="en-US" sz="1300" b="1" cap="none" spc="0">
                          <a:solidFill>
                            <a:schemeClr val="tx1"/>
                          </a:solidFill>
                        </a:rPr>
                        <a:t>4</a:t>
                      </a:r>
                    </a:p>
                  </a:txBody>
                  <a:tcPr marL="139451" marR="139451" marT="139451" marB="13945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MIRS Compliance Check – Data governance validation</a:t>
                      </a:r>
                    </a:p>
                  </a:txBody>
                  <a:tcPr marL="139451" marR="139451" marT="139451" marB="13945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154349395"/>
                  </a:ext>
                </a:extLst>
              </a:tr>
              <a:tr h="517520">
                <a:tc>
                  <a:txBody>
                    <a:bodyPr/>
                    <a:lstStyle/>
                    <a:p>
                      <a:pPr>
                        <a:buNone/>
                      </a:pPr>
                      <a:r>
                        <a:rPr lang="en-US" sz="1300" b="1" cap="none" spc="0">
                          <a:solidFill>
                            <a:schemeClr val="tx1"/>
                          </a:solidFill>
                        </a:rPr>
                        <a:t>5</a:t>
                      </a:r>
                    </a:p>
                  </a:txBody>
                  <a:tcPr marL="139451" marR="139451" marT="139451" marB="13945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EAC Endorsement – Strategic investment sign-off</a:t>
                      </a:r>
                    </a:p>
                  </a:txBody>
                  <a:tcPr marL="139451" marR="139451" marT="139451" marB="13945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349456696"/>
                  </a:ext>
                </a:extLst>
              </a:tr>
              <a:tr h="517520">
                <a:tc>
                  <a:txBody>
                    <a:bodyPr/>
                    <a:lstStyle/>
                    <a:p>
                      <a:pPr>
                        <a:buNone/>
                      </a:pPr>
                      <a:r>
                        <a:rPr lang="en-US" sz="1300" b="1" cap="none" spc="0">
                          <a:solidFill>
                            <a:schemeClr val="tx1"/>
                          </a:solidFill>
                        </a:rPr>
                        <a:t>6</a:t>
                      </a:r>
                    </a:p>
                  </a:txBody>
                  <a:tcPr marL="139451" marR="139451" marT="139451" marB="13945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300" cap="none" spc="0">
                          <a:solidFill>
                            <a:schemeClr val="tx1"/>
                          </a:solidFill>
                        </a:rPr>
                        <a:t>PO Issuance – Commercial terms finalized</a:t>
                      </a:r>
                    </a:p>
                  </a:txBody>
                  <a:tcPr marL="139451" marR="139451" marT="139451" marB="13945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550284678"/>
                  </a:ext>
                </a:extLst>
              </a:tr>
              <a:tr h="517520">
                <a:tc>
                  <a:txBody>
                    <a:bodyPr/>
                    <a:lstStyle/>
                    <a:p>
                      <a:pPr>
                        <a:buNone/>
                      </a:pPr>
                      <a:r>
                        <a:rPr lang="en-US" sz="1300" b="1" cap="none" spc="0">
                          <a:solidFill>
                            <a:schemeClr val="tx1"/>
                          </a:solidFill>
                        </a:rPr>
                        <a:t>7</a:t>
                      </a:r>
                    </a:p>
                  </a:txBody>
                  <a:tcPr marL="139451" marR="139451" marT="139451" marB="139451"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300" cap="none" spc="0">
                          <a:solidFill>
                            <a:schemeClr val="tx1"/>
                          </a:solidFill>
                        </a:rPr>
                        <a:t>Deployment &amp; Audit – Sandbox to production rollout</a:t>
                      </a:r>
                    </a:p>
                  </a:txBody>
                  <a:tcPr marL="139451" marR="139451" marT="139451" marB="139451"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767658406"/>
                  </a:ext>
                </a:extLst>
              </a:tr>
            </a:tbl>
          </a:graphicData>
        </a:graphic>
      </p:graphicFrame>
    </p:spTree>
    <p:extLst>
      <p:ext uri="{BB962C8B-B14F-4D97-AF65-F5344CB8AC3E}">
        <p14:creationId xmlns:p14="http://schemas.microsoft.com/office/powerpoint/2010/main" val="1014814830"/>
      </p:ext>
    </p:extLst>
  </p:cSld>
  <p:clrMapOvr>
    <a:masterClrMapping/>
  </p:clrMapOvr>
  <p:transition>
    <p:fade/>
  </p:transition>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_wac_EF_v6" id="{47884C33-930F-4983-8A90-805F27C1336E}" vid="{C24D1BEE-D710-440D-8162-B32A89E9C68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Image xmlns="71af3243-3dd4-4a8d-8c0d-dd76da1f02a5">
      <Url xsi:nil="true"/>
      <Description xsi:nil="true"/>
    </Image>
    <Status xmlns="71af3243-3dd4-4a8d-8c0d-dd76da1f02a5">Not started</Status>
    <Background xmlns="71af3243-3dd4-4a8d-8c0d-dd76da1f02a5">false</Background>
    <ImageTagsTaxHTField xmlns="71af3243-3dd4-4a8d-8c0d-dd76da1f02a5">
      <Terms xmlns="http://schemas.microsoft.com/office/infopath/2007/PartnerControls"/>
    </ImageTagsTaxHTField>
    <MediaServiceKeyPoints xmlns="71af3243-3dd4-4a8d-8c0d-dd76da1f02a5" xsi:nil="true"/>
  </documentManagement>
</p:properties>
</file>

<file path=customXml/itemProps1.xml><?xml version="1.0" encoding="utf-8"?>
<ds:datastoreItem xmlns:ds="http://schemas.openxmlformats.org/officeDocument/2006/customXml" ds:itemID="{83888480-CF61-459A-B049-2565BF1B6C26}">
  <ds:schemaRefs>
    <ds:schemaRef ds:uri="http://schemas.microsoft.com/sharepoint/v3/contenttype/forms"/>
  </ds:schemaRefs>
</ds:datastoreItem>
</file>

<file path=customXml/itemProps2.xml><?xml version="1.0" encoding="utf-8"?>
<ds:datastoreItem xmlns:ds="http://schemas.openxmlformats.org/officeDocument/2006/customXml" ds:itemID="{5C2D0E46-786A-45D3-8CE5-638765D8BA3B}">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CDFE19F-3BE8-48B3-9B35-A01B9C3497A7}">
  <ds:schemaRefs>
    <ds:schemaRef ds:uri="http://schemas.microsoft.com/office/2006/metadata/properties"/>
    <ds:schemaRef ds:uri="http://purl.org/dc/elements/1.1/"/>
    <ds:schemaRef ds:uri="http://purl.org/dc/dcmitype/"/>
    <ds:schemaRef ds:uri="http://schemas.microsoft.com/office/infopath/2007/PartnerControls"/>
    <ds:schemaRef ds:uri="http://schemas.openxmlformats.org/package/2006/metadata/core-properties"/>
    <ds:schemaRef ds:uri="http://schemas.microsoft.com/sharepoint/v3"/>
    <ds:schemaRef ds:uri="http://www.w3.org/XML/1998/namespace"/>
    <ds:schemaRef ds:uri="http://schemas.microsoft.com/office/2006/documentManagement/types"/>
    <ds:schemaRef ds:uri="71af3243-3dd4-4a8d-8c0d-dd76da1f02a5"/>
    <ds:schemaRef ds:uri="230e9df3-be65-4c73-a93b-d1236ebd677e"/>
    <ds:schemaRef ds:uri="16c05727-aa75-4e4a-9b5f-8a80a1165891"/>
    <ds:schemaRef ds:uri="http://purl.org/dc/terms/"/>
  </ds:schemaRefs>
</ds:datastoreItem>
</file>

<file path=docMetadata/LabelInfo.xml><?xml version="1.0" encoding="utf-8"?>
<clbl:labelList xmlns:clbl="http://schemas.microsoft.com/office/2020/mipLabelMetadata">
  <clbl:label id="{a92c7bb8-e69f-4249-9022-749b4a306f7d}" enabled="1" method="Standard" siteId="{3b2e8941-7948-4131-978a-b2dfc7295091}" contentBits="0" removed="0"/>
</clbl:labelList>
</file>

<file path=docProps/app.xml><?xml version="1.0" encoding="utf-8"?>
<Properties xmlns="http://schemas.openxmlformats.org/officeDocument/2006/extended-properties" xmlns:vt="http://schemas.openxmlformats.org/officeDocument/2006/docPropsVTypes">
  <Template/>
  <TotalTime>119</TotalTime>
  <Words>8</Words>
  <Application>Microsoft Office PowerPoint</Application>
  <PresentationFormat>Widescreen</PresentationFormat>
  <Paragraphs>4</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Dark gradient</vt:lpstr>
      <vt:lpstr>PETRONAS Proposal Deck: arifOS Governance Kernel</vt:lpstr>
      <vt:lpstr>Executive Summary</vt:lpstr>
      <vt:lpstr>arifOS Overview and Strategic Proposition</vt:lpstr>
      <vt:lpstr>Why PETRONAS Needs arifOS</vt:lpstr>
      <vt:lpstr>Governance Imperatives for AI Scaling</vt:lpstr>
      <vt:lpstr>Market Benchmarks</vt:lpstr>
      <vt:lpstr>Global Pricing and Competitor Landscape</vt:lpstr>
      <vt:lpstr>Pricing Structure (MYR)</vt:lpstr>
      <vt:lpstr>arifOS Pricing and Deployment Options</vt:lpstr>
      <vt:lpstr>ROI Model</vt:lpstr>
      <vt:lpstr>Value Creation and Risk Mitigation</vt:lpstr>
      <vt:lpstr>Competitive Positioning</vt:lpstr>
      <vt:lpstr>Feature Comparison Table</vt:lpstr>
      <vt:lpstr>Digital Spend Governance &amp; Procurement Workflow</vt:lpstr>
      <vt:lpstr>Clauses and Workflow Diagram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1</cp:revision>
  <dcterms:created xsi:type="dcterms:W3CDTF">2025-08-11T21:04:54Z</dcterms:created>
  <dcterms:modified xsi:type="dcterms:W3CDTF">2026-01-12T04:18:29Z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